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3"/>
      <p:bold r:id="rId14"/>
      <p:italic r:id="rId15"/>
    </p:embeddedFont>
    <p:embeddedFont>
      <p:font typeface="Roboto Slab" pitchFamily="2" charset="0"/>
      <p:regular r:id="rId16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25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44303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Amar a Dios con todo tu corazón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4161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Deuteronomio 6:5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08720" y="3087365"/>
            <a:ext cx="4510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"La brújula de Jack Sparrow no estaba rota… apuntaba a lo que su corazón más deseaba.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¿A qué apunta tu corazón hoy?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927896"/>
            <a:ext cx="19050" cy="772567"/>
          </a:xfrm>
          <a:prstGeom prst="rect">
            <a:avLst/>
          </a:prstGeom>
          <a:solidFill>
            <a:srgbClr val="66A8EE"/>
          </a:solidFill>
          <a:ln/>
        </p:spPr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8ABB220-C47F-148C-BDD8-3D3BA29A3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850" y="505395"/>
            <a:ext cx="3892550" cy="389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88379" y="596726"/>
            <a:ext cx="888132" cy="260821"/>
          </a:xfrm>
          <a:prstGeom prst="roundRect">
            <a:avLst>
              <a:gd name="adj" fmla="val 6421"/>
            </a:avLst>
          </a:prstGeom>
          <a:solidFill>
            <a:srgbClr val="082545"/>
          </a:solidFill>
          <a:ln/>
        </p:spPr>
      </p:sp>
      <p:sp>
        <p:nvSpPr>
          <p:cNvPr id="4" name="Text 1"/>
          <p:cNvSpPr/>
          <p:nvPr/>
        </p:nvSpPr>
        <p:spPr>
          <a:xfrm>
            <a:off x="572095" y="638547"/>
            <a:ext cx="72070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CONTEXTO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88379" y="912465"/>
            <a:ext cx="470155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último mensaje de Moisés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88379" y="1678186"/>
            <a:ext cx="2198936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Después de </a:t>
            </a: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 años</a:t>
            </a: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guiando al pueblo de Israel por el desierto, Moisés da su discurso final. Josué tomará el relevo. La tierra prometida está al alcance de la mano.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8379" y="3130525"/>
            <a:ext cx="219893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Moisés solo pudiera decir </a:t>
            </a: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última cosa</a:t>
            </a: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antes de irse… sería esta: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97706" y="3949378"/>
            <a:ext cx="198960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"Amen a Dios con todo su corazón."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8379" y="3949378"/>
            <a:ext cx="19050" cy="442913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10" name="Shape 7"/>
          <p:cNvSpPr/>
          <p:nvPr/>
        </p:nvSpPr>
        <p:spPr>
          <a:xfrm>
            <a:off x="3032447" y="1709068"/>
            <a:ext cx="2198936" cy="1915716"/>
          </a:xfrm>
          <a:prstGeom prst="roundRect">
            <a:avLst>
              <a:gd name="adj" fmla="val 1093"/>
            </a:avLst>
          </a:prstGeom>
          <a:solidFill>
            <a:srgbClr val="08254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974" y="1918469"/>
            <a:ext cx="174427" cy="1395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5927" y="1881262"/>
            <a:ext cx="160593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💡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Conexión pop:</a:t>
            </a: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 como el mentor que deja su enseñanza final antes de que el héroe siga su camino solo. Piensa en Gandalf, Dumbledore o el maestro Yoda.</a:t>
            </a:r>
            <a:endParaRPr lang="en-US" sz="105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214B5378-FB00-3C39-A12F-9885ADD1D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115" y="564545"/>
            <a:ext cx="3161348" cy="40144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410617"/>
            <a:ext cx="1183109" cy="264765"/>
          </a:xfrm>
          <a:prstGeom prst="roundRect">
            <a:avLst>
              <a:gd name="adj" fmla="val 6225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7779" y="456530"/>
            <a:ext cx="1008831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DEUTERONOMIO 6:5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640" y="728588"/>
            <a:ext cx="679534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¿Qué significa amar con </a:t>
            </a:r>
            <a:r>
              <a:rPr lang="en-US" sz="270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TODO</a:t>
            </a: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el corazón?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80640" y="1357238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es solo un sentimiento. Es una orientación de vida. Tu corazón, como la brújula de Jack Sparrow, siempre apunta a lo que más deseas.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80640" y="1939528"/>
            <a:ext cx="4024833" cy="1330151"/>
          </a:xfrm>
          <a:prstGeom prst="roundRect">
            <a:avLst>
              <a:gd name="adj" fmla="val 1549"/>
            </a:avLst>
          </a:prstGeom>
          <a:solidFill>
            <a:srgbClr val="3F465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4" y="2076822"/>
            <a:ext cx="411956" cy="411956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193" y="2190080"/>
            <a:ext cx="185365" cy="1853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934" y="262175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Poner a Dios primero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17934" y="2916064"/>
            <a:ext cx="375024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tus prioridades, tiempo y decisiones diarias.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38452" y="1939528"/>
            <a:ext cx="4024908" cy="1330151"/>
          </a:xfrm>
          <a:prstGeom prst="roundRect">
            <a:avLst>
              <a:gd name="adj" fmla="val 1549"/>
            </a:avLst>
          </a:prstGeom>
          <a:solidFill>
            <a:srgbClr val="3F465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746" y="2076822"/>
            <a:ext cx="411956" cy="411956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004" y="2190080"/>
            <a:ext cx="185365" cy="1853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75746" y="262175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Confiar en Él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775746" y="2916064"/>
            <a:ext cx="375032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Incluso cuando no entiendes todo lo que pasa.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80640" y="3402657"/>
            <a:ext cx="4024833" cy="1330151"/>
          </a:xfrm>
          <a:prstGeom prst="roundRect">
            <a:avLst>
              <a:gd name="adj" fmla="val 1549"/>
            </a:avLst>
          </a:prstGeom>
          <a:solidFill>
            <a:srgbClr val="3F4652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34" y="3539951"/>
            <a:ext cx="411956" cy="411956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193" y="3653210"/>
            <a:ext cx="185365" cy="18536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7934" y="408488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Elegir lo correcto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17934" y="4379193"/>
            <a:ext cx="375024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Cuando nadie mira. Eso también es amor.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4638452" y="3402657"/>
            <a:ext cx="4024908" cy="1330151"/>
          </a:xfrm>
          <a:prstGeom prst="roundRect">
            <a:avLst>
              <a:gd name="adj" fmla="val 1549"/>
            </a:avLst>
          </a:prstGeom>
          <a:solidFill>
            <a:srgbClr val="3F4652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5746" y="3539951"/>
            <a:ext cx="411956" cy="411956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9004" y="3653210"/>
            <a:ext cx="185365" cy="18536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775746" y="4084886"/>
            <a:ext cx="211269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Recordarlo en lo cotidiano</a:t>
            </a:r>
            <a:endParaRPr lang="en-US" sz="1350" dirty="0"/>
          </a:p>
        </p:txBody>
      </p:sp>
      <p:sp>
        <p:nvSpPr>
          <p:cNvPr id="25" name="Text 15"/>
          <p:cNvSpPr/>
          <p:nvPr/>
        </p:nvSpPr>
        <p:spPr>
          <a:xfrm>
            <a:off x="4775746" y="4379193"/>
            <a:ext cx="3750320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el instituto, en casa, con tus amigos.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26531" y="237604"/>
            <a:ext cx="369019" cy="110430"/>
          </a:xfrm>
          <a:prstGeom prst="roundRect">
            <a:avLst>
              <a:gd name="adj" fmla="val 7703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2169021" y="258812"/>
            <a:ext cx="284038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"/>
              </a:lnSpc>
              <a:buNone/>
            </a:pPr>
            <a:r>
              <a:rPr lang="en-US" sz="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ACTIVIDAD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126531" y="362173"/>
            <a:ext cx="23035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¿Cómo demostramos amor?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126531" y="1864519"/>
            <a:ext cx="1599381" cy="488752"/>
          </a:xfrm>
          <a:prstGeom prst="roundRect">
            <a:avLst>
              <a:gd name="adj" fmla="val 9354"/>
            </a:avLst>
          </a:prstGeom>
          <a:solidFill>
            <a:srgbClr val="202733"/>
          </a:solidFill>
          <a:ln w="9525">
            <a:solidFill>
              <a:srgbClr val="585F6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1854994"/>
            <a:ext cx="1599381" cy="381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884" y="1758255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83657" y="1811387"/>
            <a:ext cx="85055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2206898" y="2041699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Escribe un nombre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2206898" y="2187848"/>
            <a:ext cx="143864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Alguien a quien amas de verdad.</a:t>
            </a:r>
            <a:endParaRPr lang="en-US" sz="550" dirty="0"/>
          </a:p>
        </p:txBody>
      </p:sp>
      <p:sp>
        <p:nvSpPr>
          <p:cNvPr id="11" name="Shape 7"/>
          <p:cNvSpPr/>
          <p:nvPr/>
        </p:nvSpPr>
        <p:spPr>
          <a:xfrm>
            <a:off x="2126531" y="2494955"/>
            <a:ext cx="1599381" cy="573807"/>
          </a:xfrm>
          <a:prstGeom prst="roundRect">
            <a:avLst>
              <a:gd name="adj" fmla="val 7968"/>
            </a:avLst>
          </a:prstGeom>
          <a:solidFill>
            <a:srgbClr val="202733"/>
          </a:solidFill>
          <a:ln w="9525">
            <a:solidFill>
              <a:srgbClr val="585F6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2485430"/>
            <a:ext cx="1599381" cy="3810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884" y="2388691"/>
            <a:ext cx="212601" cy="2126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883657" y="2441823"/>
            <a:ext cx="85055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650" dirty="0"/>
          </a:p>
        </p:txBody>
      </p:sp>
      <p:sp>
        <p:nvSpPr>
          <p:cNvPr id="15" name="Text 9"/>
          <p:cNvSpPr/>
          <p:nvPr/>
        </p:nvSpPr>
        <p:spPr>
          <a:xfrm>
            <a:off x="2206898" y="2672135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60 segundos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2206898" y="2818284"/>
            <a:ext cx="143864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Anota formas de demostrar amor </a:t>
            </a:r>
            <a:r>
              <a:rPr lang="en-US" sz="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 palabras</a:t>
            </a:r>
            <a:r>
              <a:rPr 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550" dirty="0"/>
          </a:p>
        </p:txBody>
      </p:sp>
      <p:sp>
        <p:nvSpPr>
          <p:cNvPr id="17" name="Shape 11"/>
          <p:cNvSpPr/>
          <p:nvPr/>
        </p:nvSpPr>
        <p:spPr>
          <a:xfrm>
            <a:off x="2126531" y="3210446"/>
            <a:ext cx="1599381" cy="573807"/>
          </a:xfrm>
          <a:prstGeom prst="roundRect">
            <a:avLst>
              <a:gd name="adj" fmla="val 7968"/>
            </a:avLst>
          </a:prstGeom>
          <a:solidFill>
            <a:srgbClr val="202733"/>
          </a:solidFill>
          <a:ln w="9525">
            <a:solidFill>
              <a:srgbClr val="585F6B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3200921"/>
            <a:ext cx="1599381" cy="3810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884" y="3104183"/>
            <a:ext cx="212601" cy="21260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883657" y="3157314"/>
            <a:ext cx="85055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650" dirty="0"/>
          </a:p>
        </p:txBody>
      </p:sp>
      <p:sp>
        <p:nvSpPr>
          <p:cNvPr id="21" name="Text 13"/>
          <p:cNvSpPr/>
          <p:nvPr/>
        </p:nvSpPr>
        <p:spPr>
          <a:xfrm>
            <a:off x="2206898" y="3387626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Compartimos</a:t>
            </a:r>
            <a:endParaRPr lang="en-US" sz="650" dirty="0"/>
          </a:p>
        </p:txBody>
      </p:sp>
      <p:sp>
        <p:nvSpPr>
          <p:cNvPr id="22" name="Text 14"/>
          <p:cNvSpPr/>
          <p:nvPr/>
        </p:nvSpPr>
        <p:spPr>
          <a:xfrm>
            <a:off x="2206898" y="3533775"/>
            <a:ext cx="143864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Ponemos algunas ideas en común con el grupo.</a:t>
            </a:r>
            <a:endParaRPr lang="en-US" sz="550" dirty="0"/>
          </a:p>
        </p:txBody>
      </p:sp>
      <p:sp>
        <p:nvSpPr>
          <p:cNvPr id="23" name="Shape 15"/>
          <p:cNvSpPr/>
          <p:nvPr/>
        </p:nvSpPr>
        <p:spPr>
          <a:xfrm>
            <a:off x="3903613" y="676573"/>
            <a:ext cx="3118545" cy="290513"/>
          </a:xfrm>
          <a:prstGeom prst="roundRect">
            <a:avLst>
              <a:gd name="adj" fmla="val 3660"/>
            </a:avLst>
          </a:prstGeom>
          <a:solidFill>
            <a:srgbClr val="022349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4455" y="765125"/>
            <a:ext cx="88553" cy="7084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133850" y="729704"/>
            <a:ext cx="281746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"Si sabemos demostrar amor a las personas… también podemos aprender a demostrar amor a </a:t>
            </a:r>
            <a:r>
              <a:rPr lang="en-US" sz="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Dios</a:t>
            </a:r>
            <a:r>
              <a:rPr lang="en-US" sz="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."</a:t>
            </a:r>
            <a:endParaRPr lang="en-US" sz="5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3613" y="1006897"/>
            <a:ext cx="3118545" cy="3742209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903613" y="4788917"/>
            <a:ext cx="311854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presidente </a:t>
            </a:r>
            <a:r>
              <a:rPr lang="en-US" sz="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Jeffrey R. Holland</a:t>
            </a:r>
            <a:r>
              <a:rPr 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nos ayuda a comprender mejor el verdadero carácter de Dios.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17379" y="399231"/>
            <a:ext cx="1042169" cy="260821"/>
          </a:xfrm>
          <a:prstGeom prst="roundRect">
            <a:avLst>
              <a:gd name="adj" fmla="val 6421"/>
            </a:avLst>
          </a:prstGeom>
          <a:solidFill>
            <a:srgbClr val="082545"/>
          </a:solidFill>
          <a:ln/>
        </p:spPr>
      </p:sp>
      <p:sp>
        <p:nvSpPr>
          <p:cNvPr id="4" name="Text 1"/>
          <p:cNvSpPr/>
          <p:nvPr/>
        </p:nvSpPr>
        <p:spPr>
          <a:xfrm>
            <a:off x="4001095" y="441052"/>
            <a:ext cx="87473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ESCRITURAS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17379" y="714970"/>
            <a:ext cx="473824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mandamiento más grande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3917379" y="1793156"/>
            <a:ext cx="4738241" cy="2044750"/>
          </a:xfrm>
          <a:prstGeom prst="roundRect">
            <a:avLst>
              <a:gd name="adj" fmla="val 1024"/>
            </a:avLst>
          </a:prstGeom>
          <a:solidFill>
            <a:srgbClr val="3F4652"/>
          </a:solidFill>
          <a:ln/>
        </p:spPr>
      </p:sp>
      <p:sp>
        <p:nvSpPr>
          <p:cNvPr id="7" name="Shape 4"/>
          <p:cNvSpPr/>
          <p:nvPr/>
        </p:nvSpPr>
        <p:spPr>
          <a:xfrm>
            <a:off x="3917379" y="1793156"/>
            <a:ext cx="4738241" cy="1022375"/>
          </a:xfrm>
          <a:prstGeom prst="roundRect">
            <a:avLst>
              <a:gd name="adj" fmla="val 2047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4056906" y="1932682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Deuteronomio 6:5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56906" y="2233092"/>
            <a:ext cx="44591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"Amarás al Señor tu Dios con todo tu corazón, con toda tu alma y con toda tu fuerza."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17379" y="2815530"/>
            <a:ext cx="4738241" cy="1022375"/>
          </a:xfrm>
          <a:prstGeom prst="rect">
            <a:avLst/>
          </a:prstGeom>
          <a:solidFill>
            <a:srgbClr val="3F4652"/>
          </a:solidFill>
          <a:ln/>
        </p:spPr>
      </p:sp>
      <p:sp>
        <p:nvSpPr>
          <p:cNvPr id="11" name="Shape 8"/>
          <p:cNvSpPr/>
          <p:nvPr/>
        </p:nvSpPr>
        <p:spPr>
          <a:xfrm>
            <a:off x="3917379" y="2815530"/>
            <a:ext cx="4738241" cy="19050"/>
          </a:xfrm>
          <a:prstGeom prst="roundRect">
            <a:avLst>
              <a:gd name="adj" fmla="val 109884"/>
            </a:avLst>
          </a:prstGeom>
          <a:solidFill>
            <a:srgbClr val="585F6B"/>
          </a:solidFill>
          <a:ln/>
        </p:spPr>
      </p:sp>
      <p:sp>
        <p:nvSpPr>
          <p:cNvPr id="12" name="Text 9"/>
          <p:cNvSpPr/>
          <p:nvPr/>
        </p:nvSpPr>
        <p:spPr>
          <a:xfrm>
            <a:off x="4056906" y="2955057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Mateo 22:36–39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56906" y="3255466"/>
            <a:ext cx="44591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Jesús reafirma este mandamiento como el </a:t>
            </a: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grande de todos</a:t>
            </a: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ante los fariseos.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26706" y="4146872"/>
            <a:ext cx="452891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"En toda historia, hay un mandamiento principal que define al héroe. Para nosotros, es </a:t>
            </a:r>
            <a:r>
              <a:rPr lang="en-US" sz="10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</a:t>
            </a: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."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917379" y="3992389"/>
            <a:ext cx="19050" cy="751880"/>
          </a:xfrm>
          <a:prstGeom prst="rect">
            <a:avLst/>
          </a:prstGeom>
          <a:solidFill>
            <a:srgbClr val="66A8E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60711"/>
            <a:ext cx="762744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1207963"/>
            <a:ext cx="58310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REFLEXIÓN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93341"/>
            <a:ext cx="563775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¿Cómo se demuestra amor a Dios?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14892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acción que haces es como un pequeño giro que orienta tu brújula hacia Dios. Aquí algunas formas concretas: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535213"/>
            <a:ext cx="283518" cy="283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25838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Orar y estudiar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56816" y="2890391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Hablar con Dios a diario y leer las Escrituras.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535213"/>
            <a:ext cx="283518" cy="283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1250" y="258387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Servir y ayudar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121250" y="2890391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casa, en el grupo, con quien lo necesite.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400723"/>
            <a:ext cx="283518" cy="283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56816" y="34493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Ser honesto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956816" y="3755901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Decir la verdad aunque cueste. Eso también es amor.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400723"/>
            <a:ext cx="283518" cy="2835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21250" y="34493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Amar al prójimo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121250" y="3755901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Porque no podemos amar a Dios sin amar a los demás.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64084"/>
            <a:ext cx="798165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06574"/>
            <a:ext cx="62805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JUAN 4:19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87189"/>
            <a:ext cx="36431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Dios nos amó </a:t>
            </a:r>
            <a:r>
              <a:rPr lang="en-US" sz="2750" dirty="0">
                <a:solidFill>
                  <a:srgbClr val="66A8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primero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708720" y="1902247"/>
            <a:ext cx="369034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"Nosotros le amamos a Él, porque Él nos amó primero."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1 Juan 4:19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902247"/>
            <a:ext cx="19050" cy="453628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51534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amamos a Dios para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ganar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 amor. Lo amamos porque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ya lo tenemos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Su amor no es un premio al final del camino — es el punto de partida.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1902247"/>
            <a:ext cx="3902943" cy="1736452"/>
          </a:xfrm>
          <a:prstGeom prst="roundRect">
            <a:avLst>
              <a:gd name="adj" fmla="val 1225"/>
            </a:avLst>
          </a:prstGeom>
          <a:solidFill>
            <a:srgbClr val="082545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2117303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0398" y="2079427"/>
            <a:ext cx="330048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Presidente Holland: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"La primera gran verdad de toda la eternidad es que Dios </a:t>
            </a:r>
            <a:r>
              <a:rPr lang="en-US" sz="110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nos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ama con todo </a:t>
            </a:r>
            <a:r>
              <a:rPr lang="en-US" sz="110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corazón, alma, mente y fuerza. Ese amor es la piedra fundamental de la eternidad."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49701" y="3798168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un padre que nunca deja de amar a su hijo, </a:t>
            </a:r>
            <a:r>
              <a:rPr lang="en-US" sz="11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incluso cuando se equivoca</a:t>
            </a: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1871" y="387772"/>
            <a:ext cx="695176" cy="237976"/>
          </a:xfrm>
          <a:prstGeom prst="roundRect">
            <a:avLst>
              <a:gd name="adj" fmla="val 6367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2387" y="430411"/>
            <a:ext cx="534144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JUAN 14:15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1871" y="670694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Obedecer por amor, no por miedo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41871" y="1740843"/>
            <a:ext cx="173332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 que dice la Escritura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1871" y="2050554"/>
            <a:ext cx="226159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"Si me amáis, guardad mis mandamientos." — </a:t>
            </a:r>
            <a:r>
              <a:rPr lang="en-US" sz="9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Juan 14:15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41871" y="2533650"/>
            <a:ext cx="226159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obediencia no es una carga impuesta. Es la </a:t>
            </a:r>
            <a:r>
              <a:rPr lang="en-US" sz="9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respuesta natural</a:t>
            </a: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alguien que ama.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16300" y="1754907"/>
            <a:ext cx="2261592" cy="972592"/>
          </a:xfrm>
          <a:prstGeom prst="roundRect">
            <a:avLst>
              <a:gd name="adj" fmla="val 7051"/>
            </a:avLst>
          </a:prstGeom>
          <a:solidFill>
            <a:srgbClr val="202733"/>
          </a:solidFill>
          <a:ln w="14288">
            <a:solidFill>
              <a:srgbClr val="585F6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012" y="1754907"/>
            <a:ext cx="57150" cy="972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99656" y="189540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Sin amor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199656" y="2205112"/>
            <a:ext cx="193774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Obedeces por miedo al castigo o por quedar bien.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016300" y="2839938"/>
            <a:ext cx="2261592" cy="972592"/>
          </a:xfrm>
          <a:prstGeom prst="roundRect">
            <a:avLst>
              <a:gd name="adj" fmla="val 7051"/>
            </a:avLst>
          </a:prstGeom>
          <a:solidFill>
            <a:srgbClr val="202733"/>
          </a:solidFill>
          <a:ln w="14288">
            <a:solidFill>
              <a:srgbClr val="585F6B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012" y="2839938"/>
            <a:ext cx="57150" cy="972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99656" y="298043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 amor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199656" y="3290143"/>
            <a:ext cx="193774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Obedeces porque quieres. Porque Él importa.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016300" y="3939034"/>
            <a:ext cx="2261592" cy="690190"/>
          </a:xfrm>
          <a:prstGeom prst="roundRect">
            <a:avLst>
              <a:gd name="adj" fmla="val 2744"/>
            </a:avLst>
          </a:prstGeom>
          <a:solidFill>
            <a:srgbClr val="183A1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2506" y="4124474"/>
            <a:ext cx="157758" cy="1262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426470" y="4083025"/>
            <a:ext cx="172521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🧭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 tu brújula apunta a Dios, tus decisiones lo reflejarán.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79153"/>
            <a:ext cx="1115244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121643"/>
            <a:ext cx="94513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APLICACIÓN REAL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02259"/>
            <a:ext cx="54497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Amar a Dios en tu vida cotidiana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57846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veces el ambiente te tira para otro lado… pero tu brújula puede seguir apuntando a Dios.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444130"/>
            <a:ext cx="1104900" cy="6828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33041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 el instituto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3610645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¿Cómo tratas a quien nadie trata bien?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2444130"/>
            <a:ext cx="1104900" cy="6828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78298" y="33041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 redes sociales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578298" y="3610645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¿Qué publicas? ¿Qué compartes? ¿Cómo hablas?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2444130"/>
            <a:ext cx="1104900" cy="6828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0553" y="33041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 el deporte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660553" y="3610645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¿Ganas con humildad? ¿Pierdes con gracia?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2444130"/>
            <a:ext cx="1104900" cy="6828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42807" y="3304133"/>
            <a:ext cx="18046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 casa y con amigos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742807" y="3610645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¿Sirves, escuchas y perdonas de verdad?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88379" y="428179"/>
            <a:ext cx="1407244" cy="270346"/>
          </a:xfrm>
          <a:prstGeom prst="roundRect">
            <a:avLst>
              <a:gd name="adj" fmla="val 6194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6858" y="474762"/>
            <a:ext cx="123028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INVITACIÓN ESPIRITUAL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88379" y="753442"/>
            <a:ext cx="4150816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¿A qué apunta tu brújula?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88379" y="1395561"/>
            <a:ext cx="47382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Anota estas preguntas en tu diario esta semana: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88379" y="1771501"/>
            <a:ext cx="313953" cy="313953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939701" y="1819424"/>
            <a:ext cx="247843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¿A qué apunta mi brújula hoy?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39701" y="2119833"/>
            <a:ext cx="42869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Sé honesto. No hay respuesta incorrecta.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8379" y="2616026"/>
            <a:ext cx="313953" cy="313953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939701" y="2663949"/>
            <a:ext cx="406829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¿Qué puedo hacer para orientarla más hacia Dios?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39701" y="2964359"/>
            <a:ext cx="42869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pequeño giro cada día marca la diferencia.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8379" y="3460552"/>
            <a:ext cx="313953" cy="313953"/>
          </a:xfrm>
          <a:prstGeom prst="roundRect">
            <a:avLst>
              <a:gd name="adj" fmla="val 6668"/>
            </a:avLst>
          </a:prstGeom>
          <a:solidFill>
            <a:srgbClr val="3F4652"/>
          </a:solidFill>
          <a:ln/>
        </p:spPr>
      </p:sp>
      <p:sp>
        <p:nvSpPr>
          <p:cNvPr id="14" name="Text 11"/>
          <p:cNvSpPr/>
          <p:nvPr/>
        </p:nvSpPr>
        <p:spPr>
          <a:xfrm>
            <a:off x="939701" y="3508474"/>
            <a:ext cx="395473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¿Qué mandamiento puedo vivir mejor por amor?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39701" y="3808884"/>
            <a:ext cx="42869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por obligación. Por amor genuino.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97706" y="4339307"/>
            <a:ext cx="45289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"Amar a Dios con todo el corazón no es perfección… es </a:t>
            </a:r>
            <a:r>
              <a:rPr lang="en-US" sz="1050" b="1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dirección</a:t>
            </a: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."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8379" y="4184824"/>
            <a:ext cx="19050" cy="530423"/>
          </a:xfrm>
          <a:prstGeom prst="rect">
            <a:avLst/>
          </a:prstGeom>
          <a:solidFill>
            <a:srgbClr val="66A8EE"/>
          </a:solidFill>
          <a:ln/>
        </p:spPr>
      </p:sp>
      <p:pic>
        <p:nvPicPr>
          <p:cNvPr id="20" name="Brujula">
            <a:hlinkClick r:id="" action="ppaction://media"/>
            <a:extLst>
              <a:ext uri="{FF2B5EF4-FFF2-40B4-BE49-F238E27FC236}">
                <a16:creationId xmlns:a16="http://schemas.microsoft.com/office/drawing/2014/main" id="{7E285F09-9DC4-2A0D-7625-ABF83E1260B4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5117.4081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4646" y="759197"/>
            <a:ext cx="2090697" cy="37157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683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819</Words>
  <Application>Microsoft Office PowerPoint</Application>
  <PresentationFormat>Presentación en pantalla (16:9)</PresentationFormat>
  <Paragraphs>100</Paragraphs>
  <Slides>10</Slides>
  <Notes>10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Roboto Slab</vt:lpstr>
      <vt:lpstr>Arial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jose angel aponte</cp:lastModifiedBy>
  <cp:revision>2</cp:revision>
  <dcterms:created xsi:type="dcterms:W3CDTF">2026-05-06T12:51:28Z</dcterms:created>
  <dcterms:modified xsi:type="dcterms:W3CDTF">2026-05-06T12:59:40Z</dcterms:modified>
</cp:coreProperties>
</file>