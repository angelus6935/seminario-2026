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429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6867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73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208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679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447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717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7724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053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459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0476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8548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0301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3514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7599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3790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92425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366D0-D308-BBC8-7095-E2E4D3816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7B6685-6868-C5C3-FEDD-645AC8FBE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2C7E80-A4B3-1905-D019-1ED134BA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1529D2-2799-8DA7-75B5-23C4E874F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972086-5CC4-0AAC-34B5-67C3798C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597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F4E2E91-2BA5-477F-844C-5CE992AC34C5}" type="datetimeFigureOut">
              <a:rPr lang="es-AR" smtClean="0"/>
              <a:t>4/3/2026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75D02-B3A3-420D-A22B-C43063475E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2425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D4281-D98E-28BE-6229-D2FB4057CC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La bendición del matrimonio por convenio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382949-A0A8-976A-9954-2621A9D4F8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/>
              <a:t>Génesis 24–33 – Lección 29</a:t>
            </a:r>
          </a:p>
        </p:txBody>
      </p:sp>
    </p:spTree>
    <p:extLst>
      <p:ext uri="{BB962C8B-B14F-4D97-AF65-F5344CB8AC3E}">
        <p14:creationId xmlns:p14="http://schemas.microsoft.com/office/powerpoint/2010/main" val="184414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1C671-A4C2-6B0B-CB48-D8EFB9DB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¿Es realmente tan importante casarse en el templo?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DC22C9-DF01-013E-C5D7-4835118FA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¿Qué piensa el mundo?</a:t>
            </a:r>
          </a:p>
          <a:p>
            <a:r>
              <a:rPr lang="es-ES"/>
              <a:t>• ¿Qué piensa Dios?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6477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C06AB-1E02-1E4D-2320-0E748FE7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El plan desde el principio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B49E18-5FB9-60E9-BF13-FFFCA4D11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Génesis 2:24</a:t>
            </a:r>
          </a:p>
          <a:p>
            <a:endParaRPr lang="es-ES"/>
          </a:p>
          <a:p>
            <a:r>
              <a:rPr lang="es-ES"/>
              <a:t>"Por tanto, dejará el hombre a su padre y a su madre, y se unirá a su mujer, y serán una sola carne."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1672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234C8-C0F4-CB4C-0F44-3C4F939E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El mandato de Abraham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61342A-96E7-0F2F-EE97-B26D3C0D2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Génesis 24:1–4</a:t>
            </a:r>
          </a:p>
          <a:p>
            <a:endParaRPr lang="es-ES"/>
          </a:p>
          <a:p>
            <a:r>
              <a:rPr lang="es-ES"/>
              <a:t>• No tomar esposa de los cananeos.</a:t>
            </a:r>
          </a:p>
          <a:p>
            <a:r>
              <a:rPr lang="es-ES"/>
              <a:t>• Buscar dentro del convenio.</a:t>
            </a:r>
          </a:p>
          <a:p>
            <a:r>
              <a:rPr lang="es-ES"/>
              <a:t>• Priorizar fidelidad a Dios.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5191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D2EF-41AD-458C-369E-3012F3DD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Confianza en el Señor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27FC79-9619-AEDB-5FE7-860410443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Génesis 24:7</a:t>
            </a:r>
          </a:p>
          <a:p>
            <a:endParaRPr lang="es-AR"/>
          </a:p>
          <a:p>
            <a:r>
              <a:rPr lang="es-AR"/>
              <a:t>"Jehová... enviará su ángel delante de ti."</a:t>
            </a:r>
          </a:p>
        </p:txBody>
      </p:sp>
    </p:spTree>
    <p:extLst>
      <p:ext uri="{BB962C8B-B14F-4D97-AF65-F5344CB8AC3E}">
        <p14:creationId xmlns:p14="http://schemas.microsoft.com/office/powerpoint/2010/main" val="4248276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A9324-7E8B-61F8-C9C3-7FFFA8E0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El sacrificio del viaje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DEC97B-654B-47CB-C479-7B99893A4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1930 km aproximados.</a:t>
            </a:r>
          </a:p>
          <a:p>
            <a:r>
              <a:rPr lang="es-ES"/>
              <a:t>• Días o semanas de viaje.</a:t>
            </a:r>
          </a:p>
          <a:p>
            <a:r>
              <a:rPr lang="es-ES"/>
              <a:t>• Gran esfuerzo por algo eterno.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6208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92027-B5A3-15A1-734C-E10E2B21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El nuevo y sempiterno convenio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2EA209-FAED-53FF-EDCA-CC188C39A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Doctrina y Convenios 131:1–4</a:t>
            </a:r>
          </a:p>
          <a:p>
            <a:endParaRPr lang="es-ES"/>
          </a:p>
          <a:p>
            <a:r>
              <a:rPr lang="es-ES"/>
              <a:t>"En el reino celestial hay tres cielos o grados...</a:t>
            </a:r>
          </a:p>
          <a:p>
            <a:r>
              <a:rPr lang="es-ES"/>
              <a:t>Para alcanzar el más alto... es necesario entrar en este orden del sacerdocio."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861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4249E-74B8-5609-213E-D6EA49D5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El siervo ora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7C44F1-DAC9-AA94-7ADE-7DD038455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Génesis 24:12</a:t>
            </a:r>
          </a:p>
          <a:p>
            <a:endParaRPr lang="es-ES"/>
          </a:p>
          <a:p>
            <a:r>
              <a:rPr lang="es-ES"/>
              <a:t>"Oh Jehová... dame hoy buen encuentro..."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66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93938-95D3-831D-71B8-6C5DE4DE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Unidad espiritual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F63BB5-A894-1A8A-25A2-222543A32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2 Corintios 6:14</a:t>
            </a:r>
          </a:p>
          <a:p>
            <a:endParaRPr lang="es-AR"/>
          </a:p>
          <a:p>
            <a:r>
              <a:rPr lang="es-AR"/>
              <a:t>"No os unáis en yugo desigual..."</a:t>
            </a:r>
          </a:p>
        </p:txBody>
      </p:sp>
    </p:spTree>
    <p:extLst>
      <p:ext uri="{BB962C8B-B14F-4D97-AF65-F5344CB8AC3E}">
        <p14:creationId xmlns:p14="http://schemas.microsoft.com/office/powerpoint/2010/main" val="168126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7CB53-EAE3-DE41-4489-7DAE352A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Hombre y mujer en el Señor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553E86-4EE3-5D91-B75D-F81E8319D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 Corintios 11:11</a:t>
            </a:r>
          </a:p>
          <a:p>
            <a:endParaRPr lang="es-ES"/>
          </a:p>
          <a:p>
            <a:r>
              <a:rPr lang="es-ES"/>
              <a:t>"En el Señor, ni el varón es sin la mujer, ni la mujer sin el varón."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68542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1478-0D29-71CC-127D-F70FD528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¿Qué puedo hacer hoy?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566926-B323-FC73-AC4F-DCBE4C594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Vivir digno del convenio.</a:t>
            </a:r>
          </a:p>
          <a:p>
            <a:r>
              <a:rPr lang="es-ES"/>
              <a:t>• Elegir amistades correctas.</a:t>
            </a:r>
          </a:p>
          <a:p>
            <a:r>
              <a:rPr lang="es-ES"/>
              <a:t>• Establecer metas espirituales.</a:t>
            </a:r>
          </a:p>
          <a:p>
            <a:r>
              <a:rPr lang="es-ES"/>
              <a:t>• Confiar en el tiempo de Dios.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764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BA2D7-3F96-4A9B-2895-1ED38956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Promesa Final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69682A-FCC5-D138-14A0-7BB1E0102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Señor prepara el camino para quienes desean honrar Sus convenios.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076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269</Words>
  <Application>Microsoft Office PowerPoint</Application>
  <PresentationFormat>Panorámica</PresentationFormat>
  <Paragraphs>47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La bendición del matrimonio por convenio</vt:lpstr>
      <vt:lpstr>¿Es realmente tan importante casarse en el templo?</vt:lpstr>
      <vt:lpstr>El plan desde el principio</vt:lpstr>
      <vt:lpstr>El mandato de Abraham</vt:lpstr>
      <vt:lpstr>Confianza en el Señor</vt:lpstr>
      <vt:lpstr>El sacrificio del viaje</vt:lpstr>
      <vt:lpstr>El nuevo y sempiterno convenio</vt:lpstr>
      <vt:lpstr>El siervo ora</vt:lpstr>
      <vt:lpstr>Unidad espiritual</vt:lpstr>
      <vt:lpstr>Hombre y mujer en el Señor</vt:lpstr>
      <vt:lpstr>¿Qué puedo hacer hoy?</vt:lpstr>
      <vt:lpstr>Promesa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angel aponte</dc:creator>
  <cp:lastModifiedBy>jose angel aponte</cp:lastModifiedBy>
  <cp:revision>1</cp:revision>
  <dcterms:created xsi:type="dcterms:W3CDTF">2026-03-04T19:55:33Z</dcterms:created>
  <dcterms:modified xsi:type="dcterms:W3CDTF">2026-03-04T20:03:19Z</dcterms:modified>
</cp:coreProperties>
</file>