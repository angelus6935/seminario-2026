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Alexandria"/>
      <p:regular r:id="rId17"/>
    </p:embeddedFont>
    <p:embeddedFont>
      <p:font typeface="Alexandria"/>
      <p:regular r:id="rId18"/>
    </p:embeddedFont>
    <p:embeddedFont>
      <p:font typeface="Nobile"/>
      <p:regular r:id="rId19"/>
    </p:embeddedFont>
    <p:embeddedFont>
      <p:font typeface="Nobile"/>
      <p:regular r:id="rId20"/>
    </p:embeddedFont>
    <p:embeddedFont>
      <p:font typeface="Nobile"/>
      <p:regular r:id="rId21"/>
    </p:embeddedFont>
    <p:embeddedFont>
      <p:font typeface="Nobile"/>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8.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slideLayout" Target="../slideLayouts/slideLayout9.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375892"/>
            <a:ext cx="7556421" cy="1240155"/>
          </a:xfrm>
          <a:prstGeom prst="rect">
            <a:avLst/>
          </a:prstGeom>
          <a:noFill/>
          <a:ln/>
        </p:spPr>
        <p:txBody>
          <a:bodyPr wrap="square" lIns="0" tIns="0" rIns="0" bIns="0" rtlCol="0" anchor="t"/>
          <a:lstStyle/>
          <a:p>
            <a:pPr algn="l" indent="0" marL="0">
              <a:lnSpc>
                <a:spcPts val="4850"/>
              </a:lnSpc>
              <a:buNone/>
            </a:pPr>
            <a:r>
              <a:rPr lang="en-US" sz="3900" dirty="0">
                <a:solidFill>
                  <a:srgbClr val="1B1B27"/>
                </a:solidFill>
                <a:latin typeface="Alexandria" pitchFamily="34" charset="0"/>
                <a:ea typeface="Alexandria" pitchFamily="34" charset="-122"/>
                <a:cs typeface="Alexandria" pitchFamily="34" charset="-120"/>
              </a:rPr>
              <a:t>Actuar con fe para encontrar respuestas</a:t>
            </a:r>
            <a:endParaRPr lang="en-US" sz="3900" dirty="0"/>
          </a:p>
        </p:txBody>
      </p:sp>
      <p:sp>
        <p:nvSpPr>
          <p:cNvPr id="4" name="Text 1"/>
          <p:cNvSpPr/>
          <p:nvPr/>
        </p:nvSpPr>
        <p:spPr>
          <a:xfrm>
            <a:off x="793790" y="3913703"/>
            <a:ext cx="7556421" cy="952619"/>
          </a:xfrm>
          <a:prstGeom prst="rect">
            <a:avLst/>
          </a:prstGeom>
          <a:noFill/>
          <a:ln/>
        </p:spPr>
        <p:txBody>
          <a:bodyPr wrap="square" lIns="0" tIns="0" rIns="0" bIns="0" rtlCol="0" anchor="t"/>
          <a:lstStyle/>
          <a:p>
            <a:pPr algn="l" indent="0" marL="0">
              <a:lnSpc>
                <a:spcPts val="2500"/>
              </a:lnSpc>
              <a:buNone/>
            </a:pPr>
            <a:r>
              <a:rPr lang="en-US" sz="1550" dirty="0">
                <a:solidFill>
                  <a:srgbClr val="404155"/>
                </a:solidFill>
                <a:latin typeface="Nobile" pitchFamily="34" charset="0"/>
                <a:ea typeface="Nobile" pitchFamily="34" charset="-122"/>
                <a:cs typeface="Nobile" pitchFamily="34" charset="-120"/>
              </a:rPr>
              <a:t>Seguir adelante confiando en el Señor, incluso cuando no tenemos todas las respuestas. La fe no es una pausa; es un paso firme hacia lo desconocido, sostenido por la confianza en Aquel que nunca falla.</a:t>
            </a:r>
            <a:endParaRPr lang="en-US" sz="1550" dirty="0"/>
          </a:p>
        </p:txBody>
      </p:sp>
      <p:sp>
        <p:nvSpPr>
          <p:cNvPr id="5" name="Text 2"/>
          <p:cNvSpPr/>
          <p:nvPr/>
        </p:nvSpPr>
        <p:spPr>
          <a:xfrm>
            <a:off x="1091446" y="5312807"/>
            <a:ext cx="7258764" cy="317540"/>
          </a:xfrm>
          <a:prstGeom prst="rect">
            <a:avLst/>
          </a:prstGeom>
          <a:noFill/>
          <a:ln/>
        </p:spPr>
        <p:txBody>
          <a:bodyPr wrap="none" lIns="0" tIns="0" rIns="0" bIns="0" rtlCol="0" anchor="t"/>
          <a:lstStyle/>
          <a:p>
            <a:pPr algn="l" indent="0" marL="0">
              <a:lnSpc>
                <a:spcPts val="2500"/>
              </a:lnSpc>
              <a:buNone/>
            </a:pPr>
            <a:r>
              <a:rPr lang="en-US" sz="1550" b="1" dirty="0">
                <a:solidFill>
                  <a:srgbClr val="404155"/>
                </a:solidFill>
                <a:latin typeface="Nobile" pitchFamily="34" charset="0"/>
                <a:ea typeface="Nobile" pitchFamily="34" charset="-122"/>
                <a:cs typeface="Nobile" pitchFamily="34" charset="-120"/>
              </a:rPr>
              <a:t>"La fe no es esperar respuestas; es avanzar mientras las buscamos."</a:t>
            </a:r>
            <a:endParaRPr lang="en-US" sz="1550" dirty="0"/>
          </a:p>
        </p:txBody>
      </p:sp>
      <p:sp>
        <p:nvSpPr>
          <p:cNvPr id="6" name="Shape 3"/>
          <p:cNvSpPr/>
          <p:nvPr/>
        </p:nvSpPr>
        <p:spPr>
          <a:xfrm>
            <a:off x="793790" y="5089565"/>
            <a:ext cx="22860" cy="764024"/>
          </a:xfrm>
          <a:prstGeom prst="rect">
            <a:avLst/>
          </a:prstGeom>
          <a:solidFill>
            <a:srgbClr val="1B54DA"/>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93790" y="1945005"/>
            <a:ext cx="1070372" cy="373142"/>
          </a:xfrm>
          <a:prstGeom prst="roundRect">
            <a:avLst>
              <a:gd name="adj" fmla="val 17872"/>
            </a:avLst>
          </a:prstGeom>
          <a:solidFill>
            <a:srgbClr val="D2DDF9"/>
          </a:solidFill>
          <a:ln/>
        </p:spPr>
      </p:sp>
      <p:sp>
        <p:nvSpPr>
          <p:cNvPr id="3" name="Text 1"/>
          <p:cNvSpPr/>
          <p:nvPr/>
        </p:nvSpPr>
        <p:spPr>
          <a:xfrm>
            <a:off x="912852" y="2004536"/>
            <a:ext cx="832247" cy="254079"/>
          </a:xfrm>
          <a:prstGeom prst="rect">
            <a:avLst/>
          </a:prstGeom>
          <a:noFill/>
          <a:ln/>
        </p:spPr>
        <p:txBody>
          <a:bodyPr wrap="none" lIns="0" tIns="0" rIns="0" bIns="0" rtlCol="0" anchor="t"/>
          <a:lstStyle/>
          <a:p>
            <a:pPr algn="l" indent="0" marL="0">
              <a:lnSpc>
                <a:spcPts val="2000"/>
              </a:lnSpc>
              <a:buNone/>
            </a:pPr>
            <a:r>
              <a:rPr lang="en-US" sz="1250" dirty="0">
                <a:solidFill>
                  <a:srgbClr val="404155"/>
                </a:solidFill>
                <a:latin typeface="Nobile" pitchFamily="34" charset="0"/>
                <a:ea typeface="Nobile" pitchFamily="34" charset="-122"/>
                <a:cs typeface="Nobile" pitchFamily="34" charset="-120"/>
              </a:rPr>
              <a:t>DOCTRINA</a:t>
            </a:r>
            <a:endParaRPr lang="en-US" sz="1250" dirty="0"/>
          </a:p>
        </p:txBody>
      </p:sp>
      <p:sp>
        <p:nvSpPr>
          <p:cNvPr id="4" name="Text 2"/>
          <p:cNvSpPr/>
          <p:nvPr/>
        </p:nvSpPr>
        <p:spPr>
          <a:xfrm>
            <a:off x="793790" y="2397442"/>
            <a:ext cx="7557135" cy="620078"/>
          </a:xfrm>
          <a:prstGeom prst="rect">
            <a:avLst/>
          </a:prstGeom>
          <a:noFill/>
          <a:ln/>
        </p:spPr>
        <p:txBody>
          <a:bodyPr wrap="none" lIns="0" tIns="0" rIns="0" bIns="0" rtlCol="0" anchor="t"/>
          <a:lstStyle/>
          <a:p>
            <a:pPr algn="l" indent="0" marL="0">
              <a:lnSpc>
                <a:spcPts val="4850"/>
              </a:lnSpc>
              <a:buNone/>
            </a:pPr>
            <a:r>
              <a:rPr lang="en-US" sz="3900" dirty="0">
                <a:solidFill>
                  <a:srgbClr val="1B1B27"/>
                </a:solidFill>
                <a:latin typeface="Alexandria" pitchFamily="34" charset="0"/>
                <a:ea typeface="Alexandria" pitchFamily="34" charset="-122"/>
                <a:cs typeface="Alexandria" pitchFamily="34" charset="-120"/>
              </a:rPr>
              <a:t>La fe como principio de acción</a:t>
            </a:r>
            <a:endParaRPr lang="en-US" sz="3900" dirty="0"/>
          </a:p>
        </p:txBody>
      </p:sp>
      <p:sp>
        <p:nvSpPr>
          <p:cNvPr id="5" name="Shape 3"/>
          <p:cNvSpPr/>
          <p:nvPr/>
        </p:nvSpPr>
        <p:spPr>
          <a:xfrm>
            <a:off x="650915" y="3315176"/>
            <a:ext cx="7241381" cy="2969300"/>
          </a:xfrm>
          <a:prstGeom prst="roundRect">
            <a:avLst>
              <a:gd name="adj" fmla="val 4813"/>
            </a:avLst>
          </a:prstGeom>
          <a:solidFill>
            <a:srgbClr val="1B54DA"/>
          </a:solidFill>
          <a:ln/>
        </p:spPr>
      </p:sp>
      <p:sp>
        <p:nvSpPr>
          <p:cNvPr id="6" name="Text 4"/>
          <p:cNvSpPr/>
          <p:nvPr/>
        </p:nvSpPr>
        <p:spPr>
          <a:xfrm>
            <a:off x="849273" y="3513534"/>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FFFFFF"/>
                </a:solidFill>
                <a:latin typeface="Alexandria" pitchFamily="34" charset="0"/>
                <a:ea typeface="Alexandria" pitchFamily="34" charset="-122"/>
                <a:cs typeface="Alexandria" pitchFamily="34" charset="-120"/>
              </a:rPr>
              <a:t>La fe no es pasiva</a:t>
            </a:r>
            <a:endParaRPr lang="en-US" sz="1950" dirty="0"/>
          </a:p>
        </p:txBody>
      </p:sp>
      <p:sp>
        <p:nvSpPr>
          <p:cNvPr id="7" name="Text 5"/>
          <p:cNvSpPr/>
          <p:nvPr/>
        </p:nvSpPr>
        <p:spPr>
          <a:xfrm>
            <a:off x="849273" y="4022050"/>
            <a:ext cx="6844665" cy="1270159"/>
          </a:xfrm>
          <a:prstGeom prst="rect">
            <a:avLst/>
          </a:prstGeom>
          <a:noFill/>
          <a:ln/>
        </p:spPr>
        <p:txBody>
          <a:bodyPr wrap="square" lIns="0" tIns="0" rIns="0" bIns="0" rtlCol="0" anchor="t"/>
          <a:lstStyle/>
          <a:p>
            <a:pPr algn="l" indent="0" marL="0">
              <a:lnSpc>
                <a:spcPts val="2500"/>
              </a:lnSpc>
              <a:buNone/>
            </a:pPr>
            <a:r>
              <a:rPr lang="en-US" sz="1550" dirty="0">
                <a:solidFill>
                  <a:srgbClr val="FFFFFF"/>
                </a:solidFill>
                <a:latin typeface="Nobile" pitchFamily="34" charset="0"/>
                <a:ea typeface="Nobile" pitchFamily="34" charset="-122"/>
                <a:cs typeface="Nobile" pitchFamily="34" charset="-120"/>
              </a:rPr>
              <a:t>La fe verdadera no es una actitud contemplativa ni una espera paciente de señales. Es movimiento, decisión y confianza activa. Cada acto de fe, por pequeño que parezca, fortalece nuestra relación con Dios y nos prepara para recibir Sus bendiciones.</a:t>
            </a:r>
            <a:endParaRPr lang="en-US" sz="1550" dirty="0"/>
          </a:p>
        </p:txBody>
      </p:sp>
      <p:sp>
        <p:nvSpPr>
          <p:cNvPr id="8" name="Text 6"/>
          <p:cNvSpPr/>
          <p:nvPr/>
        </p:nvSpPr>
        <p:spPr>
          <a:xfrm>
            <a:off x="1146929" y="5515451"/>
            <a:ext cx="6547009" cy="317540"/>
          </a:xfrm>
          <a:prstGeom prst="rect">
            <a:avLst/>
          </a:prstGeom>
          <a:noFill/>
          <a:ln/>
        </p:spPr>
        <p:txBody>
          <a:bodyPr wrap="none" lIns="0" tIns="0" rIns="0" bIns="0" rtlCol="0" anchor="t"/>
          <a:lstStyle/>
          <a:p>
            <a:pPr algn="l" indent="0" marL="0">
              <a:lnSpc>
                <a:spcPts val="2500"/>
              </a:lnSpc>
              <a:buNone/>
            </a:pPr>
            <a:r>
              <a:rPr lang="en-US" sz="1550" b="1" dirty="0">
                <a:solidFill>
                  <a:srgbClr val="FFFFFF"/>
                </a:solidFill>
                <a:latin typeface="Nobile" pitchFamily="34" charset="0"/>
                <a:ea typeface="Nobile" pitchFamily="34" charset="-122"/>
                <a:cs typeface="Nobile" pitchFamily="34" charset="-120"/>
              </a:rPr>
              <a:t>"La fe crece cuando se pone en marcha."</a:t>
            </a:r>
            <a:endParaRPr lang="en-US" sz="1550" dirty="0"/>
          </a:p>
        </p:txBody>
      </p:sp>
      <p:sp>
        <p:nvSpPr>
          <p:cNvPr id="9" name="Shape 7"/>
          <p:cNvSpPr/>
          <p:nvPr/>
        </p:nvSpPr>
        <p:spPr>
          <a:xfrm>
            <a:off x="849273" y="5515451"/>
            <a:ext cx="22860" cy="317540"/>
          </a:xfrm>
          <a:prstGeom prst="rect">
            <a:avLst/>
          </a:prstGeom>
          <a:solidFill>
            <a:srgbClr val="1B54DA"/>
          </a:solidFill>
          <a:ln/>
        </p:spPr>
      </p:sp>
      <p:sp>
        <p:nvSpPr>
          <p:cNvPr id="10" name="Text 8"/>
          <p:cNvSpPr/>
          <p:nvPr/>
        </p:nvSpPr>
        <p:spPr>
          <a:xfrm>
            <a:off x="8241149" y="3513534"/>
            <a:ext cx="3707487" cy="310158"/>
          </a:xfrm>
          <a:prstGeom prst="rect">
            <a:avLst/>
          </a:prstGeom>
          <a:noFill/>
          <a:ln/>
        </p:spPr>
        <p:txBody>
          <a:bodyPr wrap="none" lIns="0" tIns="0" rIns="0" bIns="0" rtlCol="0" anchor="t"/>
          <a:lstStyle/>
          <a:p>
            <a:pPr algn="l" indent="0" marL="0">
              <a:lnSpc>
                <a:spcPts val="2400"/>
              </a:lnSpc>
              <a:buNone/>
            </a:pPr>
            <a:r>
              <a:rPr lang="en-US" sz="1950" dirty="0">
                <a:solidFill>
                  <a:srgbClr val="1B1B27"/>
                </a:solidFill>
                <a:latin typeface="Alexandria" pitchFamily="34" charset="0"/>
                <a:ea typeface="Alexandria" pitchFamily="34" charset="-122"/>
                <a:cs typeface="Alexandria" pitchFamily="34" charset="-120"/>
              </a:rPr>
              <a:t>Élder Dale G. Renlund enseña:</a:t>
            </a:r>
            <a:endParaRPr lang="en-US" sz="1950" dirty="0"/>
          </a:p>
        </p:txBody>
      </p:sp>
      <p:sp>
        <p:nvSpPr>
          <p:cNvPr id="11" name="Text 9"/>
          <p:cNvSpPr/>
          <p:nvPr/>
        </p:nvSpPr>
        <p:spPr>
          <a:xfrm>
            <a:off x="8241149" y="4022050"/>
            <a:ext cx="5602962" cy="1270159"/>
          </a:xfrm>
          <a:prstGeom prst="rect">
            <a:avLst/>
          </a:prstGeom>
          <a:noFill/>
          <a:ln/>
        </p:spPr>
        <p:txBody>
          <a:bodyPr wrap="square" lIns="0" tIns="0" rIns="0" bIns="0" rtlCol="0" anchor="t"/>
          <a:lstStyle/>
          <a:p>
            <a:pPr algn="l" indent="0" marL="0">
              <a:lnSpc>
                <a:spcPts val="2500"/>
              </a:lnSpc>
              <a:buNone/>
            </a:pPr>
            <a:r>
              <a:rPr lang="en-US" sz="1550" dirty="0">
                <a:solidFill>
                  <a:srgbClr val="404155"/>
                </a:solidFill>
                <a:latin typeface="Nobile" pitchFamily="34" charset="0"/>
                <a:ea typeface="Nobile" pitchFamily="34" charset="-122"/>
                <a:cs typeface="Nobile" pitchFamily="34" charset="-120"/>
              </a:rPr>
              <a:t>"La fe aumenta únicamente cuando una persona actúa con fe… debemos escoger acciones que edifiquen la fe, tales como orar, estudiar las Escrituras, guardar los mandamientos y servir a los demás."</a:t>
            </a:r>
            <a:endParaRPr lang="en-US" sz="1550" dirty="0"/>
          </a:p>
        </p:txBody>
      </p:sp>
      <p:sp>
        <p:nvSpPr>
          <p:cNvPr id="12" name="Text 10"/>
          <p:cNvSpPr/>
          <p:nvPr/>
        </p:nvSpPr>
        <p:spPr>
          <a:xfrm>
            <a:off x="8241149" y="5470803"/>
            <a:ext cx="5602962" cy="635079"/>
          </a:xfrm>
          <a:prstGeom prst="rect">
            <a:avLst/>
          </a:prstGeom>
          <a:noFill/>
          <a:ln/>
        </p:spPr>
        <p:txBody>
          <a:bodyPr wrap="square" lIns="0" tIns="0" rIns="0" bIns="0" rtlCol="0" anchor="t"/>
          <a:lstStyle/>
          <a:p>
            <a:pPr algn="l" indent="0" marL="0">
              <a:lnSpc>
                <a:spcPts val="2500"/>
              </a:lnSpc>
              <a:buNone/>
            </a:pPr>
            <a:r>
              <a:rPr lang="en-US" sz="1550" i="1" dirty="0">
                <a:solidFill>
                  <a:srgbClr val="404155"/>
                </a:solidFill>
                <a:latin typeface="Nobile" pitchFamily="34" charset="0"/>
                <a:ea typeface="Nobile" pitchFamily="34" charset="-122"/>
                <a:cs typeface="Nobile" pitchFamily="34" charset="-120"/>
              </a:rPr>
              <a:t>— "Un compromiso inquebrantable con Jesucristo", Liahona, 2019</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93790" y="1604486"/>
            <a:ext cx="1471136" cy="388382"/>
          </a:xfrm>
          <a:prstGeom prst="roundRect">
            <a:avLst>
              <a:gd name="adj" fmla="val 17171"/>
            </a:avLst>
          </a:prstGeom>
          <a:noFill/>
          <a:ln w="7620">
            <a:solidFill>
              <a:srgbClr val="1B54DA"/>
            </a:solidFill>
            <a:prstDash val="solid"/>
          </a:ln>
        </p:spPr>
      </p:sp>
      <p:sp>
        <p:nvSpPr>
          <p:cNvPr id="3" name="Text 1"/>
          <p:cNvSpPr/>
          <p:nvPr/>
        </p:nvSpPr>
        <p:spPr>
          <a:xfrm>
            <a:off x="920472" y="1671638"/>
            <a:ext cx="1217771" cy="254079"/>
          </a:xfrm>
          <a:prstGeom prst="rect">
            <a:avLst/>
          </a:prstGeom>
          <a:noFill/>
          <a:ln/>
        </p:spPr>
        <p:txBody>
          <a:bodyPr wrap="none" lIns="0" tIns="0" rIns="0" bIns="0" rtlCol="0" anchor="t"/>
          <a:lstStyle/>
          <a:p>
            <a:pPr algn="l" indent="0" marL="0">
              <a:lnSpc>
                <a:spcPts val="2000"/>
              </a:lnSpc>
              <a:buNone/>
            </a:pPr>
            <a:r>
              <a:rPr lang="en-US" sz="1250" dirty="0">
                <a:solidFill>
                  <a:srgbClr val="1B54DA"/>
                </a:solidFill>
                <a:latin typeface="Nobile" pitchFamily="34" charset="0"/>
                <a:ea typeface="Nobile" pitchFamily="34" charset="-122"/>
                <a:cs typeface="Nobile" pitchFamily="34" charset="-120"/>
              </a:rPr>
              <a:t>1 REYES 17:13–16</a:t>
            </a:r>
            <a:endParaRPr lang="en-US" sz="1250" dirty="0"/>
          </a:p>
        </p:txBody>
      </p:sp>
      <p:sp>
        <p:nvSpPr>
          <p:cNvPr id="4" name="Text 2"/>
          <p:cNvSpPr/>
          <p:nvPr/>
        </p:nvSpPr>
        <p:spPr>
          <a:xfrm>
            <a:off x="793790" y="2072164"/>
            <a:ext cx="10114717" cy="620078"/>
          </a:xfrm>
          <a:prstGeom prst="rect">
            <a:avLst/>
          </a:prstGeom>
          <a:noFill/>
          <a:ln/>
        </p:spPr>
        <p:txBody>
          <a:bodyPr wrap="none" lIns="0" tIns="0" rIns="0" bIns="0" rtlCol="0" anchor="t"/>
          <a:lstStyle/>
          <a:p>
            <a:pPr algn="l" indent="0" marL="0">
              <a:lnSpc>
                <a:spcPts val="4850"/>
              </a:lnSpc>
              <a:buNone/>
            </a:pPr>
            <a:r>
              <a:rPr lang="en-US" sz="3900" dirty="0">
                <a:solidFill>
                  <a:srgbClr val="1B1B27"/>
                </a:solidFill>
                <a:latin typeface="Alexandria" pitchFamily="34" charset="0"/>
                <a:ea typeface="Alexandria" pitchFamily="34" charset="-122"/>
                <a:cs typeface="Alexandria" pitchFamily="34" charset="-120"/>
              </a:rPr>
              <a:t>La mujer de Sarepta: fe antes del milagro</a:t>
            </a:r>
            <a:endParaRPr lang="en-US" sz="3900" dirty="0"/>
          </a:p>
        </p:txBody>
      </p:sp>
      <p:sp>
        <p:nvSpPr>
          <p:cNvPr id="5" name="Text 3"/>
          <p:cNvSpPr/>
          <p:nvPr/>
        </p:nvSpPr>
        <p:spPr>
          <a:xfrm>
            <a:off x="793790" y="2989898"/>
            <a:ext cx="13042821" cy="952619"/>
          </a:xfrm>
          <a:prstGeom prst="rect">
            <a:avLst/>
          </a:prstGeom>
          <a:noFill/>
          <a:ln/>
        </p:spPr>
        <p:txBody>
          <a:bodyPr wrap="square" lIns="0" tIns="0" rIns="0" bIns="0" rtlCol="0" anchor="t"/>
          <a:lstStyle/>
          <a:p>
            <a:pPr algn="l" indent="0" marL="0">
              <a:lnSpc>
                <a:spcPts val="2500"/>
              </a:lnSpc>
              <a:buNone/>
            </a:pPr>
            <a:r>
              <a:rPr lang="en-US" sz="1550" dirty="0">
                <a:solidFill>
                  <a:srgbClr val="404155"/>
                </a:solidFill>
                <a:latin typeface="Nobile" pitchFamily="34" charset="0"/>
                <a:ea typeface="Nobile" pitchFamily="34" charset="-122"/>
                <a:cs typeface="Nobile" pitchFamily="34" charset="-120"/>
              </a:rPr>
              <a:t>En tiempos de hambre extrema, el profeta Elías llegó a Sarepta y encontró a una viuda recogiendo leña. Le pidió agua y pan. Ella respondió que solo tenía un puñado de harina y un poco de aceite — lo último que tenía — para preparar una comida para ella y su hijo antes de morir.</a:t>
            </a:r>
            <a:endParaRPr lang="en-US" sz="1550" dirty="0"/>
          </a:p>
        </p:txBody>
      </p:sp>
      <p:sp>
        <p:nvSpPr>
          <p:cNvPr id="6" name="Shape 4"/>
          <p:cNvSpPr/>
          <p:nvPr/>
        </p:nvSpPr>
        <p:spPr>
          <a:xfrm>
            <a:off x="793790" y="4165759"/>
            <a:ext cx="4215289" cy="2459355"/>
          </a:xfrm>
          <a:prstGeom prst="roundRect">
            <a:avLst>
              <a:gd name="adj" fmla="val 4462"/>
            </a:avLst>
          </a:prstGeom>
          <a:solidFill>
            <a:srgbClr val="F9F9FF"/>
          </a:solidFill>
          <a:ln w="22860">
            <a:solidFill>
              <a:srgbClr val="B8C3DF"/>
            </a:solidFill>
            <a:prstDash val="solid"/>
          </a:ln>
        </p:spPr>
      </p:sp>
      <p:sp>
        <p:nvSpPr>
          <p:cNvPr id="7" name="Shape 5"/>
          <p:cNvSpPr/>
          <p:nvPr/>
        </p:nvSpPr>
        <p:spPr>
          <a:xfrm>
            <a:off x="770930" y="4165759"/>
            <a:ext cx="91440" cy="2459355"/>
          </a:xfrm>
          <a:prstGeom prst="roundRect">
            <a:avLst>
              <a:gd name="adj" fmla="val 91163"/>
            </a:avLst>
          </a:prstGeom>
          <a:solidFill>
            <a:srgbClr val="1B54DA"/>
          </a:solidFill>
          <a:ln/>
        </p:spPr>
      </p:sp>
      <p:sp>
        <p:nvSpPr>
          <p:cNvPr id="8" name="Text 6"/>
          <p:cNvSpPr/>
          <p:nvPr/>
        </p:nvSpPr>
        <p:spPr>
          <a:xfrm>
            <a:off x="1083588" y="4386977"/>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04155"/>
                </a:solidFill>
                <a:latin typeface="Alexandria" pitchFamily="34" charset="0"/>
                <a:ea typeface="Alexandria" pitchFamily="34" charset="-122"/>
                <a:cs typeface="Alexandria" pitchFamily="34" charset="-120"/>
              </a:rPr>
              <a:t>La petición de fe</a:t>
            </a:r>
            <a:endParaRPr lang="en-US" sz="1950" dirty="0"/>
          </a:p>
        </p:txBody>
      </p:sp>
      <p:sp>
        <p:nvSpPr>
          <p:cNvPr id="9" name="Text 7"/>
          <p:cNvSpPr/>
          <p:nvPr/>
        </p:nvSpPr>
        <p:spPr>
          <a:xfrm>
            <a:off x="1083588" y="4816197"/>
            <a:ext cx="3704273" cy="1587698"/>
          </a:xfrm>
          <a:prstGeom prst="rect">
            <a:avLst/>
          </a:prstGeom>
          <a:noFill/>
          <a:ln/>
        </p:spPr>
        <p:txBody>
          <a:bodyPr wrap="square" lIns="0" tIns="0" rIns="0" bIns="0" rtlCol="0" anchor="t"/>
          <a:lstStyle/>
          <a:p>
            <a:pPr algn="l" indent="0" marL="0">
              <a:lnSpc>
                <a:spcPts val="2500"/>
              </a:lnSpc>
              <a:buNone/>
            </a:pPr>
            <a:r>
              <a:rPr lang="en-US" sz="1550" dirty="0">
                <a:solidFill>
                  <a:srgbClr val="404155"/>
                </a:solidFill>
                <a:latin typeface="Nobile" pitchFamily="34" charset="0"/>
                <a:ea typeface="Nobile" pitchFamily="34" charset="-122"/>
                <a:cs typeface="Nobile" pitchFamily="34" charset="-120"/>
              </a:rPr>
              <a:t>Elías le dijo: </a:t>
            </a:r>
            <a:pPr algn="l" indent="0" marL="0">
              <a:lnSpc>
                <a:spcPts val="2500"/>
              </a:lnSpc>
              <a:buNone/>
            </a:pPr>
            <a:r>
              <a:rPr lang="en-US" sz="1550" i="1" dirty="0">
                <a:solidFill>
                  <a:srgbClr val="404155"/>
                </a:solidFill>
                <a:latin typeface="Nobile" pitchFamily="34" charset="0"/>
                <a:ea typeface="Nobile" pitchFamily="34" charset="-122"/>
                <a:cs typeface="Nobile" pitchFamily="34" charset="-120"/>
              </a:rPr>
              <a:t>"No temas; ve, haz como has dicho; pero hazme a mí primero una pequeña torta cocida debajo de la ceniza, y tráemela; y después harás para ti y para tu hijo."</a:t>
            </a:r>
            <a:endParaRPr lang="en-US" sz="1550" dirty="0"/>
          </a:p>
        </p:txBody>
      </p:sp>
      <p:sp>
        <p:nvSpPr>
          <p:cNvPr id="10" name="Shape 8"/>
          <p:cNvSpPr/>
          <p:nvPr/>
        </p:nvSpPr>
        <p:spPr>
          <a:xfrm>
            <a:off x="5207437" y="4165759"/>
            <a:ext cx="4215408" cy="2459355"/>
          </a:xfrm>
          <a:prstGeom prst="roundRect">
            <a:avLst>
              <a:gd name="adj" fmla="val 4462"/>
            </a:avLst>
          </a:prstGeom>
          <a:solidFill>
            <a:srgbClr val="F9F9FF"/>
          </a:solidFill>
          <a:ln w="22860">
            <a:solidFill>
              <a:srgbClr val="B8C3DF"/>
            </a:solidFill>
            <a:prstDash val="solid"/>
          </a:ln>
        </p:spPr>
      </p:sp>
      <p:sp>
        <p:nvSpPr>
          <p:cNvPr id="11" name="Shape 9"/>
          <p:cNvSpPr/>
          <p:nvPr/>
        </p:nvSpPr>
        <p:spPr>
          <a:xfrm>
            <a:off x="5184577" y="4165759"/>
            <a:ext cx="91440" cy="2459355"/>
          </a:xfrm>
          <a:prstGeom prst="roundRect">
            <a:avLst>
              <a:gd name="adj" fmla="val 91163"/>
            </a:avLst>
          </a:prstGeom>
          <a:solidFill>
            <a:srgbClr val="1B54DA"/>
          </a:solidFill>
          <a:ln/>
        </p:spPr>
      </p:sp>
      <p:sp>
        <p:nvSpPr>
          <p:cNvPr id="12" name="Text 10"/>
          <p:cNvSpPr/>
          <p:nvPr/>
        </p:nvSpPr>
        <p:spPr>
          <a:xfrm>
            <a:off x="5497235" y="4386977"/>
            <a:ext cx="3620214" cy="310158"/>
          </a:xfrm>
          <a:prstGeom prst="rect">
            <a:avLst/>
          </a:prstGeom>
          <a:noFill/>
          <a:ln/>
        </p:spPr>
        <p:txBody>
          <a:bodyPr wrap="none" lIns="0" tIns="0" rIns="0" bIns="0" rtlCol="0" anchor="t"/>
          <a:lstStyle/>
          <a:p>
            <a:pPr algn="l" indent="0" marL="0">
              <a:lnSpc>
                <a:spcPts val="2400"/>
              </a:lnSpc>
              <a:buNone/>
            </a:pPr>
            <a:r>
              <a:rPr lang="en-US" sz="1950" dirty="0">
                <a:solidFill>
                  <a:srgbClr val="404155"/>
                </a:solidFill>
                <a:latin typeface="Alexandria" pitchFamily="34" charset="0"/>
                <a:ea typeface="Alexandria" pitchFamily="34" charset="-122"/>
                <a:cs typeface="Alexandria" pitchFamily="34" charset="-120"/>
              </a:rPr>
              <a:t>La acción precedió al milagro</a:t>
            </a:r>
            <a:endParaRPr lang="en-US" sz="1950" dirty="0"/>
          </a:p>
        </p:txBody>
      </p:sp>
      <p:sp>
        <p:nvSpPr>
          <p:cNvPr id="13" name="Text 11"/>
          <p:cNvSpPr/>
          <p:nvPr/>
        </p:nvSpPr>
        <p:spPr>
          <a:xfrm>
            <a:off x="5497235" y="4816197"/>
            <a:ext cx="3704392" cy="1587698"/>
          </a:xfrm>
          <a:prstGeom prst="rect">
            <a:avLst/>
          </a:prstGeom>
          <a:noFill/>
          <a:ln/>
        </p:spPr>
        <p:txBody>
          <a:bodyPr wrap="square" lIns="0" tIns="0" rIns="0" bIns="0" rtlCol="0" anchor="t"/>
          <a:lstStyle/>
          <a:p>
            <a:pPr algn="l" indent="0" marL="0">
              <a:lnSpc>
                <a:spcPts val="2500"/>
              </a:lnSpc>
              <a:buNone/>
            </a:pPr>
            <a:r>
              <a:rPr lang="en-US" sz="1550" dirty="0">
                <a:solidFill>
                  <a:srgbClr val="404155"/>
                </a:solidFill>
                <a:latin typeface="Nobile" pitchFamily="34" charset="0"/>
                <a:ea typeface="Nobile" pitchFamily="34" charset="-122"/>
                <a:cs typeface="Nobile" pitchFamily="34" charset="-120"/>
              </a:rPr>
              <a:t>Ella actuó primero. Dio lo último que tenía, confiando en la palabra del profeta. Solo entonces la harina y el aceite se multiplicaron milagrosamente día tras día.</a:t>
            </a:r>
            <a:endParaRPr lang="en-US" sz="1550" dirty="0"/>
          </a:p>
        </p:txBody>
      </p:sp>
      <p:sp>
        <p:nvSpPr>
          <p:cNvPr id="14" name="Shape 12"/>
          <p:cNvSpPr/>
          <p:nvPr/>
        </p:nvSpPr>
        <p:spPr>
          <a:xfrm>
            <a:off x="9621203" y="4165759"/>
            <a:ext cx="4215289" cy="2459355"/>
          </a:xfrm>
          <a:prstGeom prst="roundRect">
            <a:avLst>
              <a:gd name="adj" fmla="val 4462"/>
            </a:avLst>
          </a:prstGeom>
          <a:solidFill>
            <a:srgbClr val="F9F9FF"/>
          </a:solidFill>
          <a:ln w="22860">
            <a:solidFill>
              <a:srgbClr val="B8C3DF"/>
            </a:solidFill>
            <a:prstDash val="solid"/>
          </a:ln>
        </p:spPr>
      </p:sp>
      <p:sp>
        <p:nvSpPr>
          <p:cNvPr id="15" name="Shape 13"/>
          <p:cNvSpPr/>
          <p:nvPr/>
        </p:nvSpPr>
        <p:spPr>
          <a:xfrm>
            <a:off x="9598343" y="4165759"/>
            <a:ext cx="91440" cy="2459355"/>
          </a:xfrm>
          <a:prstGeom prst="roundRect">
            <a:avLst>
              <a:gd name="adj" fmla="val 91163"/>
            </a:avLst>
          </a:prstGeom>
          <a:solidFill>
            <a:srgbClr val="1B54DA"/>
          </a:solidFill>
          <a:ln/>
        </p:spPr>
      </p:sp>
      <p:sp>
        <p:nvSpPr>
          <p:cNvPr id="16" name="Text 14"/>
          <p:cNvSpPr/>
          <p:nvPr/>
        </p:nvSpPr>
        <p:spPr>
          <a:xfrm>
            <a:off x="9911001" y="4386977"/>
            <a:ext cx="2975134" cy="310158"/>
          </a:xfrm>
          <a:prstGeom prst="rect">
            <a:avLst/>
          </a:prstGeom>
          <a:noFill/>
          <a:ln/>
        </p:spPr>
        <p:txBody>
          <a:bodyPr wrap="none" lIns="0" tIns="0" rIns="0" bIns="0" rtlCol="0" anchor="t"/>
          <a:lstStyle/>
          <a:p>
            <a:pPr algn="l" indent="0" marL="0">
              <a:lnSpc>
                <a:spcPts val="2400"/>
              </a:lnSpc>
              <a:buNone/>
            </a:pPr>
            <a:r>
              <a:rPr lang="en-US" sz="1950" dirty="0">
                <a:solidFill>
                  <a:srgbClr val="404155"/>
                </a:solidFill>
                <a:latin typeface="Alexandria" pitchFamily="34" charset="0"/>
                <a:ea typeface="Alexandria" pitchFamily="34" charset="-122"/>
                <a:cs typeface="Alexandria" pitchFamily="34" charset="-120"/>
              </a:rPr>
              <a:t>La lección para nosotros</a:t>
            </a:r>
            <a:endParaRPr lang="en-US" sz="1950" dirty="0"/>
          </a:p>
        </p:txBody>
      </p:sp>
      <p:sp>
        <p:nvSpPr>
          <p:cNvPr id="17" name="Text 15"/>
          <p:cNvSpPr/>
          <p:nvPr/>
        </p:nvSpPr>
        <p:spPr>
          <a:xfrm>
            <a:off x="9911001" y="4816197"/>
            <a:ext cx="3704273" cy="1587698"/>
          </a:xfrm>
          <a:prstGeom prst="rect">
            <a:avLst/>
          </a:prstGeom>
          <a:noFill/>
          <a:ln/>
        </p:spPr>
        <p:txBody>
          <a:bodyPr wrap="square" lIns="0" tIns="0" rIns="0" bIns="0" rtlCol="0" anchor="t"/>
          <a:lstStyle/>
          <a:p>
            <a:pPr algn="l" indent="0" marL="0">
              <a:lnSpc>
                <a:spcPts val="2500"/>
              </a:lnSpc>
              <a:buNone/>
            </a:pPr>
            <a:r>
              <a:rPr lang="en-US" sz="1550" b="1" dirty="0">
                <a:solidFill>
                  <a:srgbClr val="404155"/>
                </a:solidFill>
                <a:latin typeface="Nobile" pitchFamily="34" charset="0"/>
                <a:ea typeface="Nobile" pitchFamily="34" charset="-122"/>
                <a:cs typeface="Nobile" pitchFamily="34" charset="-120"/>
              </a:rPr>
              <a:t>La fe se demuestra antes de ver el resultado.</a:t>
            </a:r>
            <a:pPr algn="l" indent="0" marL="0">
              <a:lnSpc>
                <a:spcPts val="2500"/>
              </a:lnSpc>
              <a:buNone/>
            </a:pPr>
            <a:r>
              <a:rPr lang="en-US" sz="1550" dirty="0">
                <a:solidFill>
                  <a:srgbClr val="404155"/>
                </a:solidFill>
                <a:latin typeface="Nobile" pitchFamily="34" charset="0"/>
                <a:ea typeface="Nobile" pitchFamily="34" charset="-122"/>
                <a:cs typeface="Nobile" pitchFamily="34" charset="-120"/>
              </a:rPr>
              <a:t> Dios no siempre muestra el milagro antes de pedirnos que actuemos. A veces, el milagro comienza con nuestra obediencia.</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06993" y="489466"/>
            <a:ext cx="1246346" cy="335042"/>
          </a:xfrm>
          <a:prstGeom prst="roundRect">
            <a:avLst>
              <a:gd name="adj" fmla="val 17727"/>
            </a:avLst>
          </a:prstGeom>
          <a:noFill/>
          <a:ln w="7620">
            <a:solidFill>
              <a:srgbClr val="1B54DA"/>
            </a:solidFill>
            <a:prstDash val="solid"/>
          </a:ln>
        </p:spPr>
      </p:sp>
      <p:sp>
        <p:nvSpPr>
          <p:cNvPr id="3" name="Text 1"/>
          <p:cNvSpPr/>
          <p:nvPr/>
        </p:nvSpPr>
        <p:spPr>
          <a:xfrm>
            <a:off x="820579" y="550069"/>
            <a:ext cx="1019175" cy="213836"/>
          </a:xfrm>
          <a:prstGeom prst="rect">
            <a:avLst/>
          </a:prstGeom>
          <a:noFill/>
          <a:ln/>
        </p:spPr>
        <p:txBody>
          <a:bodyPr wrap="none" lIns="0" tIns="0" rIns="0" bIns="0" rtlCol="0" anchor="t"/>
          <a:lstStyle/>
          <a:p>
            <a:pPr algn="l" indent="0" marL="0">
              <a:lnSpc>
                <a:spcPts val="1650"/>
              </a:lnSpc>
              <a:buNone/>
            </a:pPr>
            <a:r>
              <a:rPr lang="en-US" sz="1100" dirty="0">
                <a:solidFill>
                  <a:srgbClr val="1B54DA"/>
                </a:solidFill>
                <a:latin typeface="Nobile" pitchFamily="34" charset="0"/>
                <a:ea typeface="Nobile" pitchFamily="34" charset="-122"/>
                <a:cs typeface="Nobile" pitchFamily="34" charset="-120"/>
              </a:rPr>
              <a:t>2 REYES 5:11–15</a:t>
            </a:r>
            <a:endParaRPr lang="en-US" sz="1100" dirty="0"/>
          </a:p>
        </p:txBody>
      </p:sp>
      <p:sp>
        <p:nvSpPr>
          <p:cNvPr id="4" name="Text 2"/>
          <p:cNvSpPr/>
          <p:nvPr/>
        </p:nvSpPr>
        <p:spPr>
          <a:xfrm>
            <a:off x="706993" y="887373"/>
            <a:ext cx="7293054" cy="552450"/>
          </a:xfrm>
          <a:prstGeom prst="rect">
            <a:avLst/>
          </a:prstGeom>
          <a:noFill/>
          <a:ln/>
        </p:spPr>
        <p:txBody>
          <a:bodyPr wrap="none" lIns="0" tIns="0" rIns="0" bIns="0" rtlCol="0" anchor="t"/>
          <a:lstStyle/>
          <a:p>
            <a:pPr algn="l" indent="0" marL="0">
              <a:lnSpc>
                <a:spcPts val="4300"/>
              </a:lnSpc>
              <a:buNone/>
            </a:pPr>
            <a:r>
              <a:rPr lang="en-US" sz="3450" dirty="0">
                <a:solidFill>
                  <a:srgbClr val="1B1B27"/>
                </a:solidFill>
                <a:latin typeface="Alexandria" pitchFamily="34" charset="0"/>
                <a:ea typeface="Alexandria" pitchFamily="34" charset="-122"/>
                <a:cs typeface="Alexandria" pitchFamily="34" charset="-120"/>
              </a:rPr>
              <a:t>Naamán y la obediencia humilde</a:t>
            </a:r>
            <a:endParaRPr lang="en-US" sz="3450" dirty="0"/>
          </a:p>
        </p:txBody>
      </p:sp>
      <p:pic>
        <p:nvPicPr>
          <p:cNvPr id="5" name="Image 0" descr="preencoded.png">    </p:cNvPr>
          <p:cNvPicPr>
            <a:picLocks noChangeAspect="1"/>
          </p:cNvPicPr>
          <p:nvPr/>
        </p:nvPicPr>
        <p:blipFill>
          <a:blip r:embed="rId1"/>
          <a:stretch>
            <a:fillRect/>
          </a:stretch>
        </p:blipFill>
        <p:spPr>
          <a:xfrm>
            <a:off x="706993" y="1852970"/>
            <a:ext cx="5710118" cy="5710118"/>
          </a:xfrm>
          <a:prstGeom prst="rect">
            <a:avLst/>
          </a:prstGeom>
        </p:spPr>
      </p:pic>
      <p:sp>
        <p:nvSpPr>
          <p:cNvPr id="6" name="Text 3"/>
          <p:cNvSpPr/>
          <p:nvPr/>
        </p:nvSpPr>
        <p:spPr>
          <a:xfrm>
            <a:off x="6855976" y="1833324"/>
            <a:ext cx="4748570" cy="276225"/>
          </a:xfrm>
          <a:prstGeom prst="rect">
            <a:avLst/>
          </a:prstGeom>
          <a:noFill/>
          <a:ln/>
        </p:spPr>
        <p:txBody>
          <a:bodyPr wrap="none" lIns="0" tIns="0" rIns="0" bIns="0" rtlCol="0" anchor="t"/>
          <a:lstStyle/>
          <a:p>
            <a:pPr algn="l" indent="0" marL="0">
              <a:lnSpc>
                <a:spcPts val="2150"/>
              </a:lnSpc>
              <a:buNone/>
            </a:pPr>
            <a:r>
              <a:rPr lang="en-US" sz="1700" dirty="0">
                <a:solidFill>
                  <a:srgbClr val="1B1B27"/>
                </a:solidFill>
                <a:latin typeface="Alexandria" pitchFamily="34" charset="0"/>
                <a:ea typeface="Alexandria" pitchFamily="34" charset="-122"/>
                <a:cs typeface="Alexandria" pitchFamily="34" charset="-120"/>
              </a:rPr>
              <a:t>Un general que esperaba algo espectacular</a:t>
            </a:r>
            <a:endParaRPr lang="en-US" sz="1700" dirty="0"/>
          </a:p>
        </p:txBody>
      </p:sp>
      <p:sp>
        <p:nvSpPr>
          <p:cNvPr id="7" name="Text 4"/>
          <p:cNvSpPr/>
          <p:nvPr/>
        </p:nvSpPr>
        <p:spPr>
          <a:xfrm>
            <a:off x="6855976" y="2266950"/>
            <a:ext cx="7074932" cy="1069658"/>
          </a:xfrm>
          <a:prstGeom prst="rect">
            <a:avLst/>
          </a:prstGeom>
          <a:noFill/>
          <a:ln/>
        </p:spPr>
        <p:txBody>
          <a:bodyPr wrap="square" lIns="0" tIns="0" rIns="0" bIns="0" rtlCol="0" anchor="t"/>
          <a:lstStyle/>
          <a:p>
            <a:pPr algn="l" indent="0" marL="0">
              <a:lnSpc>
                <a:spcPts val="2100"/>
              </a:lnSpc>
              <a:buNone/>
            </a:pPr>
            <a:r>
              <a:rPr lang="en-US" sz="1350" dirty="0">
                <a:solidFill>
                  <a:srgbClr val="404155"/>
                </a:solidFill>
                <a:latin typeface="Nobile" pitchFamily="34" charset="0"/>
                <a:ea typeface="Nobile" pitchFamily="34" charset="-122"/>
                <a:cs typeface="Nobile" pitchFamily="34" charset="-120"/>
              </a:rPr>
              <a:t>Naamán era un comandante poderoso del ejército sirio, pero sufría de lepra. Cuando llegó ante el profeta Eliseo esperando una ceremonia grandiosa o una intervención dramática, el profeta simplemente le dijo: </a:t>
            </a:r>
            <a:pPr algn="l" indent="0" marL="0">
              <a:lnSpc>
                <a:spcPts val="2100"/>
              </a:lnSpc>
              <a:buNone/>
            </a:pPr>
            <a:r>
              <a:rPr lang="en-US" sz="1350" i="1" dirty="0">
                <a:solidFill>
                  <a:srgbClr val="404155"/>
                </a:solidFill>
                <a:latin typeface="Nobile" pitchFamily="34" charset="0"/>
                <a:ea typeface="Nobile" pitchFamily="34" charset="-122"/>
                <a:cs typeface="Nobile" pitchFamily="34" charset="-120"/>
              </a:rPr>
              <a:t>"Lávate siete veces en el Jordán."</a:t>
            </a:r>
            <a:endParaRPr lang="en-US" sz="1350" dirty="0"/>
          </a:p>
        </p:txBody>
      </p:sp>
      <p:sp>
        <p:nvSpPr>
          <p:cNvPr id="8" name="Text 5"/>
          <p:cNvSpPr/>
          <p:nvPr/>
        </p:nvSpPr>
        <p:spPr>
          <a:xfrm>
            <a:off x="6855976" y="3478292"/>
            <a:ext cx="7074932" cy="802243"/>
          </a:xfrm>
          <a:prstGeom prst="rect">
            <a:avLst/>
          </a:prstGeom>
          <a:noFill/>
          <a:ln/>
        </p:spPr>
        <p:txBody>
          <a:bodyPr wrap="square" lIns="0" tIns="0" rIns="0" bIns="0" rtlCol="0" anchor="t"/>
          <a:lstStyle/>
          <a:p>
            <a:pPr algn="l" indent="0" marL="0">
              <a:lnSpc>
                <a:spcPts val="2100"/>
              </a:lnSpc>
              <a:buNone/>
            </a:pPr>
            <a:r>
              <a:rPr lang="en-US" sz="1350" dirty="0">
                <a:solidFill>
                  <a:srgbClr val="404155"/>
                </a:solidFill>
                <a:latin typeface="Nobile" pitchFamily="34" charset="0"/>
                <a:ea typeface="Nobile" pitchFamily="34" charset="-122"/>
                <a:cs typeface="Nobile" pitchFamily="34" charset="-120"/>
              </a:rPr>
              <a:t>Naamán se enojó. Esperaba algo más impresionante. Pero sus siervos lo persuadieron: </a:t>
            </a:r>
            <a:pPr algn="l" indent="0" marL="0">
              <a:lnSpc>
                <a:spcPts val="2100"/>
              </a:lnSpc>
              <a:buNone/>
            </a:pPr>
            <a:r>
              <a:rPr lang="en-US" sz="1350" i="1" dirty="0">
                <a:solidFill>
                  <a:srgbClr val="404155"/>
                </a:solidFill>
                <a:latin typeface="Nobile" pitchFamily="34" charset="0"/>
                <a:ea typeface="Nobile" pitchFamily="34" charset="-122"/>
                <a:cs typeface="Nobile" pitchFamily="34" charset="-120"/>
              </a:rPr>
              <a:t>"Si el profeta te hubiera mandado alguna gran cosa, ¿no la habrías hecho?"</a:t>
            </a:r>
            <a:endParaRPr lang="en-US" sz="1350" dirty="0"/>
          </a:p>
        </p:txBody>
      </p:sp>
      <p:sp>
        <p:nvSpPr>
          <p:cNvPr id="9" name="Text 6"/>
          <p:cNvSpPr/>
          <p:nvPr/>
        </p:nvSpPr>
        <p:spPr>
          <a:xfrm>
            <a:off x="6855976" y="4437936"/>
            <a:ext cx="4416385" cy="276225"/>
          </a:xfrm>
          <a:prstGeom prst="rect">
            <a:avLst/>
          </a:prstGeom>
          <a:noFill/>
          <a:ln/>
        </p:spPr>
        <p:txBody>
          <a:bodyPr wrap="none" lIns="0" tIns="0" rIns="0" bIns="0" rtlCol="0" anchor="t"/>
          <a:lstStyle/>
          <a:p>
            <a:pPr algn="l" indent="0" marL="0">
              <a:lnSpc>
                <a:spcPts val="2150"/>
              </a:lnSpc>
              <a:buNone/>
            </a:pPr>
            <a:r>
              <a:rPr lang="en-US" sz="1700" dirty="0">
                <a:solidFill>
                  <a:srgbClr val="1B1B27"/>
                </a:solidFill>
                <a:latin typeface="Alexandria" pitchFamily="34" charset="0"/>
                <a:ea typeface="Alexandria" pitchFamily="34" charset="-122"/>
                <a:cs typeface="Alexandria" pitchFamily="34" charset="-120"/>
              </a:rPr>
              <a:t>La sanación vino por obediencia sencilla</a:t>
            </a:r>
            <a:endParaRPr lang="en-US" sz="1700" dirty="0"/>
          </a:p>
        </p:txBody>
      </p:sp>
      <p:sp>
        <p:nvSpPr>
          <p:cNvPr id="10" name="Text 7"/>
          <p:cNvSpPr/>
          <p:nvPr/>
        </p:nvSpPr>
        <p:spPr>
          <a:xfrm>
            <a:off x="6855976" y="4871561"/>
            <a:ext cx="7074932" cy="802243"/>
          </a:xfrm>
          <a:prstGeom prst="rect">
            <a:avLst/>
          </a:prstGeom>
          <a:noFill/>
          <a:ln/>
        </p:spPr>
        <p:txBody>
          <a:bodyPr wrap="square" lIns="0" tIns="0" rIns="0" bIns="0" rtlCol="0" anchor="t"/>
          <a:lstStyle/>
          <a:p>
            <a:pPr algn="l" indent="0" marL="0">
              <a:lnSpc>
                <a:spcPts val="2100"/>
              </a:lnSpc>
              <a:buNone/>
            </a:pPr>
            <a:r>
              <a:rPr lang="en-US" sz="1350" dirty="0">
                <a:solidFill>
                  <a:srgbClr val="404155"/>
                </a:solidFill>
                <a:latin typeface="Nobile" pitchFamily="34" charset="0"/>
                <a:ea typeface="Nobile" pitchFamily="34" charset="-122"/>
                <a:cs typeface="Nobile" pitchFamily="34" charset="-120"/>
              </a:rPr>
              <a:t>Naamán obedeció, se sumergió siete veces en el Jordán, y su carne fue restaurada como la de un niño. La fe actúa aunque no entienda el método. A veces Dios nos pide obediencia simple donde esperábamos algo extraordinario.</a:t>
            </a:r>
            <a:endParaRPr lang="en-US" sz="1350" dirty="0"/>
          </a:p>
        </p:txBody>
      </p:sp>
      <p:sp>
        <p:nvSpPr>
          <p:cNvPr id="11" name="Text 8"/>
          <p:cNvSpPr/>
          <p:nvPr/>
        </p:nvSpPr>
        <p:spPr>
          <a:xfrm>
            <a:off x="7121009" y="5850850"/>
            <a:ext cx="6809899" cy="267414"/>
          </a:xfrm>
          <a:prstGeom prst="rect">
            <a:avLst/>
          </a:prstGeom>
          <a:noFill/>
          <a:ln/>
        </p:spPr>
        <p:txBody>
          <a:bodyPr wrap="none" lIns="0" tIns="0" rIns="0" bIns="0" rtlCol="0" anchor="t"/>
          <a:lstStyle/>
          <a:p>
            <a:pPr algn="l" indent="0" marL="0">
              <a:lnSpc>
                <a:spcPts val="2100"/>
              </a:lnSpc>
              <a:buNone/>
            </a:pPr>
            <a:r>
              <a:rPr lang="en-US" sz="1350" b="1" dirty="0">
                <a:solidFill>
                  <a:srgbClr val="404155"/>
                </a:solidFill>
                <a:latin typeface="Nobile" pitchFamily="34" charset="0"/>
                <a:ea typeface="Nobile" pitchFamily="34" charset="-122"/>
                <a:cs typeface="Nobile" pitchFamily="34" charset="-120"/>
              </a:rPr>
              <a:t>"La fe actúa aunque no entienda el método."</a:t>
            </a:r>
            <a:endParaRPr lang="en-US" sz="1350" dirty="0"/>
          </a:p>
        </p:txBody>
      </p:sp>
      <p:sp>
        <p:nvSpPr>
          <p:cNvPr id="12" name="Shape 9"/>
          <p:cNvSpPr/>
          <p:nvPr/>
        </p:nvSpPr>
        <p:spPr>
          <a:xfrm>
            <a:off x="6855976" y="5850850"/>
            <a:ext cx="22860" cy="267414"/>
          </a:xfrm>
          <a:prstGeom prst="rect">
            <a:avLst/>
          </a:prstGeom>
          <a:solidFill>
            <a:srgbClr val="1B54DA"/>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Shape 0"/>
          <p:cNvSpPr/>
          <p:nvPr/>
        </p:nvSpPr>
        <p:spPr>
          <a:xfrm>
            <a:off x="793790" y="584002"/>
            <a:ext cx="2113717" cy="388382"/>
          </a:xfrm>
          <a:prstGeom prst="roundRect">
            <a:avLst>
              <a:gd name="adj" fmla="val 17171"/>
            </a:avLst>
          </a:prstGeom>
          <a:noFill/>
          <a:ln w="7620">
            <a:solidFill>
              <a:srgbClr val="1B54DA"/>
            </a:solidFill>
            <a:prstDash val="solid"/>
          </a:ln>
        </p:spPr>
      </p:sp>
      <p:sp>
        <p:nvSpPr>
          <p:cNvPr id="4" name="Text 1"/>
          <p:cNvSpPr/>
          <p:nvPr/>
        </p:nvSpPr>
        <p:spPr>
          <a:xfrm>
            <a:off x="920472" y="651153"/>
            <a:ext cx="1860352" cy="254079"/>
          </a:xfrm>
          <a:prstGeom prst="rect">
            <a:avLst/>
          </a:prstGeom>
          <a:noFill/>
          <a:ln/>
        </p:spPr>
        <p:txBody>
          <a:bodyPr wrap="none" lIns="0" tIns="0" rIns="0" bIns="0" rtlCol="0" anchor="t"/>
          <a:lstStyle/>
          <a:p>
            <a:pPr algn="l" indent="0" marL="0">
              <a:lnSpc>
                <a:spcPts val="2000"/>
              </a:lnSpc>
              <a:buNone/>
            </a:pPr>
            <a:r>
              <a:rPr lang="en-US" sz="1250" dirty="0">
                <a:solidFill>
                  <a:srgbClr val="1B54DA"/>
                </a:solidFill>
                <a:latin typeface="Nobile" pitchFamily="34" charset="0"/>
                <a:ea typeface="Nobile" pitchFamily="34" charset="-122"/>
                <a:cs typeface="Nobile" pitchFamily="34" charset="-120"/>
              </a:rPr>
              <a:t>MOISÉS 6:37–39; 7:12–13</a:t>
            </a:r>
            <a:endParaRPr lang="en-US" sz="1250" dirty="0"/>
          </a:p>
        </p:txBody>
      </p:sp>
      <p:sp>
        <p:nvSpPr>
          <p:cNvPr id="5" name="Text 2"/>
          <p:cNvSpPr/>
          <p:nvPr/>
        </p:nvSpPr>
        <p:spPr>
          <a:xfrm>
            <a:off x="793790" y="1051679"/>
            <a:ext cx="7556421" cy="1240155"/>
          </a:xfrm>
          <a:prstGeom prst="rect">
            <a:avLst/>
          </a:prstGeom>
          <a:noFill/>
          <a:ln/>
        </p:spPr>
        <p:txBody>
          <a:bodyPr wrap="square" lIns="0" tIns="0" rIns="0" bIns="0" rtlCol="0" anchor="t"/>
          <a:lstStyle/>
          <a:p>
            <a:pPr algn="l" indent="0" marL="0">
              <a:lnSpc>
                <a:spcPts val="4850"/>
              </a:lnSpc>
              <a:buNone/>
            </a:pPr>
            <a:r>
              <a:rPr lang="en-US" sz="3900" dirty="0">
                <a:solidFill>
                  <a:srgbClr val="1B1B27"/>
                </a:solidFill>
                <a:latin typeface="Alexandria" pitchFamily="34" charset="0"/>
                <a:ea typeface="Alexandria" pitchFamily="34" charset="-122"/>
                <a:cs typeface="Alexandria" pitchFamily="34" charset="-120"/>
              </a:rPr>
              <a:t>Enoc: fe para aceptar una misión imposible</a:t>
            </a:r>
            <a:endParaRPr lang="en-US" sz="3900" dirty="0"/>
          </a:p>
        </p:txBody>
      </p:sp>
      <p:sp>
        <p:nvSpPr>
          <p:cNvPr id="6" name="Shape 3"/>
          <p:cNvSpPr/>
          <p:nvPr/>
        </p:nvSpPr>
        <p:spPr>
          <a:xfrm>
            <a:off x="793790" y="2589490"/>
            <a:ext cx="3679031" cy="3063954"/>
          </a:xfrm>
          <a:prstGeom prst="roundRect">
            <a:avLst>
              <a:gd name="adj" fmla="val 2721"/>
            </a:avLst>
          </a:prstGeom>
          <a:solidFill>
            <a:srgbClr val="D2DDF9"/>
          </a:solidFill>
          <a:ln w="7620">
            <a:solidFill>
              <a:srgbClr val="B8C3DF"/>
            </a:solidFill>
            <a:prstDash val="solid"/>
          </a:ln>
        </p:spPr>
      </p:sp>
      <p:sp>
        <p:nvSpPr>
          <p:cNvPr id="7" name="Text 4"/>
          <p:cNvSpPr/>
          <p:nvPr/>
        </p:nvSpPr>
        <p:spPr>
          <a:xfrm>
            <a:off x="999768" y="279546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04155"/>
                </a:solidFill>
                <a:latin typeface="Alexandria" pitchFamily="34" charset="0"/>
                <a:ea typeface="Alexandria" pitchFamily="34" charset="-122"/>
                <a:cs typeface="Alexandria" pitchFamily="34" charset="-120"/>
              </a:rPr>
              <a:t>El llamado</a:t>
            </a:r>
            <a:endParaRPr lang="en-US" sz="1950" dirty="0"/>
          </a:p>
        </p:txBody>
      </p:sp>
      <p:sp>
        <p:nvSpPr>
          <p:cNvPr id="8" name="Text 5"/>
          <p:cNvSpPr/>
          <p:nvPr/>
        </p:nvSpPr>
        <p:spPr>
          <a:xfrm>
            <a:off x="999768" y="3224689"/>
            <a:ext cx="3267075" cy="2222778"/>
          </a:xfrm>
          <a:prstGeom prst="rect">
            <a:avLst/>
          </a:prstGeom>
          <a:noFill/>
          <a:ln/>
        </p:spPr>
        <p:txBody>
          <a:bodyPr wrap="square" lIns="0" tIns="0" rIns="0" bIns="0" rtlCol="0" anchor="t"/>
          <a:lstStyle/>
          <a:p>
            <a:pPr algn="l" indent="0" marL="0">
              <a:lnSpc>
                <a:spcPts val="2500"/>
              </a:lnSpc>
              <a:buNone/>
            </a:pPr>
            <a:r>
              <a:rPr lang="en-US" sz="1550" dirty="0">
                <a:solidFill>
                  <a:srgbClr val="404155"/>
                </a:solidFill>
                <a:latin typeface="Nobile" pitchFamily="34" charset="0"/>
                <a:ea typeface="Nobile" pitchFamily="34" charset="-122"/>
                <a:cs typeface="Nobile" pitchFamily="34" charset="-120"/>
              </a:rPr>
              <a:t>Enoc era joven, tartamudo y se sentía completamente incapaz. Cuando el Señor lo llamó a predicar, protestó: </a:t>
            </a:r>
            <a:pPr algn="l" indent="0" marL="0">
              <a:lnSpc>
                <a:spcPts val="2500"/>
              </a:lnSpc>
              <a:buNone/>
            </a:pPr>
            <a:r>
              <a:rPr lang="en-US" sz="1550" i="1" dirty="0">
                <a:solidFill>
                  <a:srgbClr val="404155"/>
                </a:solidFill>
                <a:latin typeface="Nobile" pitchFamily="34" charset="0"/>
                <a:ea typeface="Nobile" pitchFamily="34" charset="-122"/>
                <a:cs typeface="Nobile" pitchFamily="34" charset="-120"/>
              </a:rPr>
              <a:t>"Soy un muchacho, y todo el pueblo me aborrece, porque soy tardo en el habla."</a:t>
            </a:r>
            <a:endParaRPr lang="en-US" sz="1550" dirty="0"/>
          </a:p>
        </p:txBody>
      </p:sp>
      <p:sp>
        <p:nvSpPr>
          <p:cNvPr id="9" name="Shape 6"/>
          <p:cNvSpPr/>
          <p:nvPr/>
        </p:nvSpPr>
        <p:spPr>
          <a:xfrm>
            <a:off x="4671179" y="2589490"/>
            <a:ext cx="3679031" cy="3063954"/>
          </a:xfrm>
          <a:prstGeom prst="roundRect">
            <a:avLst>
              <a:gd name="adj" fmla="val 2721"/>
            </a:avLst>
          </a:prstGeom>
          <a:solidFill>
            <a:srgbClr val="D2DDF9"/>
          </a:solidFill>
          <a:ln w="7620">
            <a:solidFill>
              <a:srgbClr val="B8C3DF"/>
            </a:solidFill>
            <a:prstDash val="solid"/>
          </a:ln>
        </p:spPr>
      </p:sp>
      <p:sp>
        <p:nvSpPr>
          <p:cNvPr id="10" name="Text 7"/>
          <p:cNvSpPr/>
          <p:nvPr/>
        </p:nvSpPr>
        <p:spPr>
          <a:xfrm>
            <a:off x="4877157" y="279546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04155"/>
                </a:solidFill>
                <a:latin typeface="Alexandria" pitchFamily="34" charset="0"/>
                <a:ea typeface="Alexandria" pitchFamily="34" charset="-122"/>
                <a:cs typeface="Alexandria" pitchFamily="34" charset="-120"/>
              </a:rPr>
              <a:t>La decisión de fe</a:t>
            </a:r>
            <a:endParaRPr lang="en-US" sz="1950" dirty="0"/>
          </a:p>
        </p:txBody>
      </p:sp>
      <p:sp>
        <p:nvSpPr>
          <p:cNvPr id="11" name="Text 8"/>
          <p:cNvSpPr/>
          <p:nvPr/>
        </p:nvSpPr>
        <p:spPr>
          <a:xfrm>
            <a:off x="4877157" y="3224689"/>
            <a:ext cx="3267075" cy="1905238"/>
          </a:xfrm>
          <a:prstGeom prst="rect">
            <a:avLst/>
          </a:prstGeom>
          <a:noFill/>
          <a:ln/>
        </p:spPr>
        <p:txBody>
          <a:bodyPr wrap="square" lIns="0" tIns="0" rIns="0" bIns="0" rtlCol="0" anchor="t"/>
          <a:lstStyle/>
          <a:p>
            <a:pPr algn="l" indent="0" marL="0">
              <a:lnSpc>
                <a:spcPts val="2500"/>
              </a:lnSpc>
              <a:buNone/>
            </a:pPr>
            <a:r>
              <a:rPr lang="en-US" sz="1550" dirty="0">
                <a:solidFill>
                  <a:srgbClr val="404155"/>
                </a:solidFill>
                <a:latin typeface="Nobile" pitchFamily="34" charset="0"/>
                <a:ea typeface="Nobile" pitchFamily="34" charset="-122"/>
                <a:cs typeface="Nobile" pitchFamily="34" charset="-120"/>
              </a:rPr>
              <a:t>A pesar de sus limitaciones, Enoc actuó con fe. No esperó sentirse preparado ni seguro. Obedeció, y el Señor fortaleció su palabra y amplió su capacidad más allá de lo que él podía imaginar.</a:t>
            </a:r>
            <a:endParaRPr lang="en-US" sz="1550" dirty="0"/>
          </a:p>
        </p:txBody>
      </p:sp>
      <p:sp>
        <p:nvSpPr>
          <p:cNvPr id="12" name="Shape 9"/>
          <p:cNvSpPr/>
          <p:nvPr/>
        </p:nvSpPr>
        <p:spPr>
          <a:xfrm>
            <a:off x="793790" y="5851803"/>
            <a:ext cx="7556421" cy="1793796"/>
          </a:xfrm>
          <a:prstGeom prst="roundRect">
            <a:avLst>
              <a:gd name="adj" fmla="val 4647"/>
            </a:avLst>
          </a:prstGeom>
          <a:solidFill>
            <a:srgbClr val="D2DDF9"/>
          </a:solidFill>
          <a:ln w="7620">
            <a:solidFill>
              <a:srgbClr val="B8C3DF"/>
            </a:solidFill>
            <a:prstDash val="solid"/>
          </a:ln>
        </p:spPr>
      </p:sp>
      <p:sp>
        <p:nvSpPr>
          <p:cNvPr id="13" name="Text 10"/>
          <p:cNvSpPr/>
          <p:nvPr/>
        </p:nvSpPr>
        <p:spPr>
          <a:xfrm>
            <a:off x="999768" y="6057781"/>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04155"/>
                </a:solidFill>
                <a:latin typeface="Alexandria" pitchFamily="34" charset="0"/>
                <a:ea typeface="Alexandria" pitchFamily="34" charset="-122"/>
                <a:cs typeface="Alexandria" pitchFamily="34" charset="-120"/>
              </a:rPr>
              <a:t>El resultado</a:t>
            </a:r>
            <a:endParaRPr lang="en-US" sz="1950" dirty="0"/>
          </a:p>
        </p:txBody>
      </p:sp>
      <p:sp>
        <p:nvSpPr>
          <p:cNvPr id="14" name="Text 11"/>
          <p:cNvSpPr/>
          <p:nvPr/>
        </p:nvSpPr>
        <p:spPr>
          <a:xfrm>
            <a:off x="999768" y="6487001"/>
            <a:ext cx="7144464" cy="952619"/>
          </a:xfrm>
          <a:prstGeom prst="rect">
            <a:avLst/>
          </a:prstGeom>
          <a:noFill/>
          <a:ln/>
        </p:spPr>
        <p:txBody>
          <a:bodyPr wrap="square" lIns="0" tIns="0" rIns="0" bIns="0" rtlCol="0" anchor="t"/>
          <a:lstStyle/>
          <a:p>
            <a:pPr algn="l" indent="0" marL="0">
              <a:lnSpc>
                <a:spcPts val="2500"/>
              </a:lnSpc>
              <a:buNone/>
            </a:pPr>
            <a:r>
              <a:rPr lang="en-US" sz="1550" dirty="0">
                <a:solidFill>
                  <a:srgbClr val="404155"/>
                </a:solidFill>
                <a:latin typeface="Nobile" pitchFamily="34" charset="0"/>
                <a:ea typeface="Nobile" pitchFamily="34" charset="-122"/>
                <a:cs typeface="Nobile" pitchFamily="34" charset="-120"/>
              </a:rPr>
              <a:t>Enoc predicó con tanto poder que convirtió a multitudes, estableció la ciudad de Sión, y fue llevado al cielo sin ver la muerte. </a:t>
            </a:r>
            <a:pPr algn="l" indent="0" marL="0">
              <a:lnSpc>
                <a:spcPts val="2500"/>
              </a:lnSpc>
              <a:buNone/>
            </a:pPr>
            <a:r>
              <a:rPr lang="en-US" sz="1550" b="1" dirty="0">
                <a:solidFill>
                  <a:srgbClr val="404155"/>
                </a:solidFill>
                <a:latin typeface="Nobile" pitchFamily="34" charset="0"/>
                <a:ea typeface="Nobile" pitchFamily="34" charset="-122"/>
                <a:cs typeface="Nobile" pitchFamily="34" charset="-120"/>
              </a:rPr>
              <a:t>La fe convierte la debilidad en poder.</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731758" y="812244"/>
            <a:ext cx="1659136" cy="334685"/>
          </a:xfrm>
          <a:prstGeom prst="roundRect">
            <a:avLst>
              <a:gd name="adj" fmla="val 18369"/>
            </a:avLst>
          </a:prstGeom>
          <a:solidFill>
            <a:srgbClr val="D2DDF9"/>
          </a:solidFill>
          <a:ln/>
        </p:spPr>
      </p:sp>
      <p:sp>
        <p:nvSpPr>
          <p:cNvPr id="3" name="Text 1"/>
          <p:cNvSpPr/>
          <p:nvPr/>
        </p:nvSpPr>
        <p:spPr>
          <a:xfrm>
            <a:off x="841534" y="867132"/>
            <a:ext cx="1439585" cy="224909"/>
          </a:xfrm>
          <a:prstGeom prst="rect">
            <a:avLst/>
          </a:prstGeom>
          <a:noFill/>
          <a:ln/>
        </p:spPr>
        <p:txBody>
          <a:bodyPr wrap="none" lIns="0" tIns="0" rIns="0" bIns="0" rtlCol="0" anchor="t"/>
          <a:lstStyle/>
          <a:p>
            <a:pPr algn="l" indent="0" marL="0">
              <a:lnSpc>
                <a:spcPts val="1750"/>
              </a:lnSpc>
              <a:buNone/>
            </a:pPr>
            <a:r>
              <a:rPr lang="en-US" sz="1150" dirty="0">
                <a:solidFill>
                  <a:srgbClr val="404155"/>
                </a:solidFill>
                <a:latin typeface="Nobile" pitchFamily="34" charset="0"/>
                <a:ea typeface="Nobile" pitchFamily="34" charset="-122"/>
                <a:cs typeface="Nobile" pitchFamily="34" charset="-120"/>
              </a:rPr>
              <a:t>EJEMPLO MODERNO</a:t>
            </a:r>
            <a:endParaRPr lang="en-US" sz="1150" dirty="0"/>
          </a:p>
        </p:txBody>
      </p:sp>
      <p:sp>
        <p:nvSpPr>
          <p:cNvPr id="4" name="Text 2"/>
          <p:cNvSpPr/>
          <p:nvPr/>
        </p:nvSpPr>
        <p:spPr>
          <a:xfrm>
            <a:off x="731758" y="1214318"/>
            <a:ext cx="13011745" cy="571738"/>
          </a:xfrm>
          <a:prstGeom prst="rect">
            <a:avLst/>
          </a:prstGeom>
          <a:noFill/>
          <a:ln/>
        </p:spPr>
        <p:txBody>
          <a:bodyPr wrap="none" lIns="0" tIns="0" rIns="0" bIns="0" rtlCol="0" anchor="t"/>
          <a:lstStyle/>
          <a:p>
            <a:pPr algn="l" indent="0" marL="0">
              <a:lnSpc>
                <a:spcPts val="4500"/>
              </a:lnSpc>
              <a:buNone/>
            </a:pPr>
            <a:r>
              <a:rPr lang="en-US" sz="3600" dirty="0">
                <a:solidFill>
                  <a:srgbClr val="1B1B27"/>
                </a:solidFill>
                <a:latin typeface="Alexandria" pitchFamily="34" charset="0"/>
                <a:ea typeface="Alexandria" pitchFamily="34" charset="-122"/>
                <a:cs typeface="Alexandria" pitchFamily="34" charset="-120"/>
              </a:rPr>
              <a:t>Ángel Di María: de repartir carbón a campeón del mundo</a:t>
            </a:r>
            <a:endParaRPr lang="en-US" sz="3600" dirty="0"/>
          </a:p>
        </p:txBody>
      </p:sp>
      <p:pic>
        <p:nvPicPr>
          <p:cNvPr id="5" name="Image 0" descr="preencoded.png">    </p:cNvPr>
          <p:cNvPicPr>
            <a:picLocks noChangeAspect="1"/>
          </p:cNvPicPr>
          <p:nvPr/>
        </p:nvPicPr>
        <p:blipFill>
          <a:blip r:embed="rId1"/>
          <a:stretch>
            <a:fillRect/>
          </a:stretch>
        </p:blipFill>
        <p:spPr>
          <a:xfrm>
            <a:off x="731758" y="2228731"/>
            <a:ext cx="4998958" cy="4998958"/>
          </a:xfrm>
          <a:prstGeom prst="rect">
            <a:avLst/>
          </a:prstGeom>
        </p:spPr>
      </p:pic>
      <p:sp>
        <p:nvSpPr>
          <p:cNvPr id="6" name="Text 3"/>
          <p:cNvSpPr/>
          <p:nvPr/>
        </p:nvSpPr>
        <p:spPr>
          <a:xfrm>
            <a:off x="6184582" y="2207657"/>
            <a:ext cx="2729746" cy="285869"/>
          </a:xfrm>
          <a:prstGeom prst="rect">
            <a:avLst/>
          </a:prstGeom>
          <a:noFill/>
          <a:ln/>
        </p:spPr>
        <p:txBody>
          <a:bodyPr wrap="none" lIns="0" tIns="0" rIns="0" bIns="0" rtlCol="0" anchor="t"/>
          <a:lstStyle/>
          <a:p>
            <a:pPr algn="l" indent="0" marL="0">
              <a:lnSpc>
                <a:spcPts val="2250"/>
              </a:lnSpc>
              <a:buNone/>
            </a:pPr>
            <a:r>
              <a:rPr lang="en-US" sz="1800" dirty="0">
                <a:solidFill>
                  <a:srgbClr val="1B1B27"/>
                </a:solidFill>
                <a:latin typeface="Alexandria" pitchFamily="34" charset="0"/>
                <a:ea typeface="Alexandria" pitchFamily="34" charset="-122"/>
                <a:cs typeface="Alexandria" pitchFamily="34" charset="-120"/>
              </a:rPr>
              <a:t>Una historia de fe activa</a:t>
            </a:r>
            <a:endParaRPr lang="en-US" sz="1800" dirty="0"/>
          </a:p>
        </p:txBody>
      </p:sp>
      <p:sp>
        <p:nvSpPr>
          <p:cNvPr id="7" name="Text 4"/>
          <p:cNvSpPr/>
          <p:nvPr/>
        </p:nvSpPr>
        <p:spPr>
          <a:xfrm>
            <a:off x="6184582" y="2662118"/>
            <a:ext cx="7721560" cy="844034"/>
          </a:xfrm>
          <a:prstGeom prst="rect">
            <a:avLst/>
          </a:prstGeom>
          <a:noFill/>
          <a:ln/>
        </p:spPr>
        <p:txBody>
          <a:bodyPr wrap="square" lIns="0" tIns="0" rIns="0" bIns="0" rtlCol="0" anchor="t"/>
          <a:lstStyle/>
          <a:p>
            <a:pPr algn="l" indent="0" marL="0">
              <a:lnSpc>
                <a:spcPts val="2200"/>
              </a:lnSpc>
              <a:buNone/>
            </a:pPr>
            <a:r>
              <a:rPr lang="en-US" sz="1400" dirty="0">
                <a:solidFill>
                  <a:srgbClr val="404155"/>
                </a:solidFill>
                <a:latin typeface="Nobile" pitchFamily="34" charset="0"/>
                <a:ea typeface="Nobile" pitchFamily="34" charset="-122"/>
                <a:cs typeface="Nobile" pitchFamily="34" charset="-120"/>
              </a:rPr>
              <a:t>Ángel Di María creció en Rosario, Argentina, en condiciones muy humildes. De niño, ayudaba a su padre a repartir carbón para sostener a la familia. Fue criticado, lesionado en momentos clave, y muchas veces dejado en el banquillo. Pero nunca dejó de actuar.</a:t>
            </a:r>
            <a:endParaRPr lang="en-US" sz="1400" dirty="0"/>
          </a:p>
        </p:txBody>
      </p:sp>
      <p:sp>
        <p:nvSpPr>
          <p:cNvPr id="8" name="Text 5"/>
          <p:cNvSpPr/>
          <p:nvPr/>
        </p:nvSpPr>
        <p:spPr>
          <a:xfrm>
            <a:off x="6184582" y="3674745"/>
            <a:ext cx="2287072" cy="285869"/>
          </a:xfrm>
          <a:prstGeom prst="rect">
            <a:avLst/>
          </a:prstGeom>
          <a:noFill/>
          <a:ln/>
        </p:spPr>
        <p:txBody>
          <a:bodyPr wrap="none" lIns="0" tIns="0" rIns="0" bIns="0" rtlCol="0" anchor="t"/>
          <a:lstStyle/>
          <a:p>
            <a:pPr algn="l" indent="0" marL="0">
              <a:lnSpc>
                <a:spcPts val="2250"/>
              </a:lnSpc>
              <a:buNone/>
            </a:pPr>
            <a:r>
              <a:rPr lang="en-US" sz="1800" dirty="0">
                <a:solidFill>
                  <a:srgbClr val="1B1B27"/>
                </a:solidFill>
                <a:latin typeface="Alexandria" pitchFamily="34" charset="0"/>
                <a:ea typeface="Alexandria" pitchFamily="34" charset="-122"/>
                <a:cs typeface="Alexandria" pitchFamily="34" charset="-120"/>
              </a:rPr>
              <a:t>La lección espiritual</a:t>
            </a:r>
            <a:endParaRPr lang="en-US" sz="1800" dirty="0"/>
          </a:p>
        </p:txBody>
      </p:sp>
      <p:sp>
        <p:nvSpPr>
          <p:cNvPr id="9" name="Text 6"/>
          <p:cNvSpPr/>
          <p:nvPr/>
        </p:nvSpPr>
        <p:spPr>
          <a:xfrm>
            <a:off x="6184582" y="4129207"/>
            <a:ext cx="7721560" cy="844034"/>
          </a:xfrm>
          <a:prstGeom prst="rect">
            <a:avLst/>
          </a:prstGeom>
          <a:noFill/>
          <a:ln/>
        </p:spPr>
        <p:txBody>
          <a:bodyPr wrap="square" lIns="0" tIns="0" rIns="0" bIns="0" rtlCol="0" anchor="t"/>
          <a:lstStyle/>
          <a:p>
            <a:pPr algn="l" indent="0" marL="0">
              <a:lnSpc>
                <a:spcPts val="2200"/>
              </a:lnSpc>
              <a:buNone/>
            </a:pPr>
            <a:r>
              <a:rPr lang="en-US" sz="1400" dirty="0">
                <a:solidFill>
                  <a:srgbClr val="404155"/>
                </a:solidFill>
                <a:latin typeface="Nobile" pitchFamily="34" charset="0"/>
                <a:ea typeface="Nobile" pitchFamily="34" charset="-122"/>
                <a:cs typeface="Nobile" pitchFamily="34" charset="-120"/>
              </a:rPr>
              <a:t>La fe activa no es esperar que cambie la suerte ni que lleguen las oportunidades perfectas. Es seguir entrenando cuando nadie cree en ti. Es levantarse después de cada caída. Es confiar en que el esfuerzo diario, sostenido por fe, eventualmente dará frutos.</a:t>
            </a:r>
            <a:endParaRPr lang="en-US" sz="1400" dirty="0"/>
          </a:p>
        </p:txBody>
      </p:sp>
      <p:sp>
        <p:nvSpPr>
          <p:cNvPr id="10" name="Text 7"/>
          <p:cNvSpPr/>
          <p:nvPr/>
        </p:nvSpPr>
        <p:spPr>
          <a:xfrm>
            <a:off x="6184582" y="5125045"/>
            <a:ext cx="7721560" cy="562689"/>
          </a:xfrm>
          <a:prstGeom prst="rect">
            <a:avLst/>
          </a:prstGeom>
          <a:noFill/>
          <a:ln/>
        </p:spPr>
        <p:txBody>
          <a:bodyPr wrap="square" lIns="0" tIns="0" rIns="0" bIns="0" rtlCol="0" anchor="t"/>
          <a:lstStyle/>
          <a:p>
            <a:pPr algn="l" indent="0" marL="0">
              <a:lnSpc>
                <a:spcPts val="2200"/>
              </a:lnSpc>
              <a:buNone/>
            </a:pPr>
            <a:r>
              <a:rPr lang="en-US" sz="1400" dirty="0">
                <a:solidFill>
                  <a:srgbClr val="404155"/>
                </a:solidFill>
                <a:latin typeface="Nobile" pitchFamily="34" charset="0"/>
                <a:ea typeface="Nobile" pitchFamily="34" charset="-122"/>
                <a:cs typeface="Nobile" pitchFamily="34" charset="-120"/>
              </a:rPr>
              <a:t>Di María fue pieza clave en la final de la Copa del Mundo 2022, anotando el gol que abrió el marcador para Argentina. </a:t>
            </a:r>
            <a:pPr algn="l" indent="0" marL="0">
              <a:lnSpc>
                <a:spcPts val="2200"/>
              </a:lnSpc>
              <a:buNone/>
            </a:pPr>
            <a:r>
              <a:rPr lang="en-US" sz="1400" b="1" dirty="0">
                <a:solidFill>
                  <a:srgbClr val="404155"/>
                </a:solidFill>
                <a:latin typeface="Nobile" pitchFamily="34" charset="0"/>
                <a:ea typeface="Nobile" pitchFamily="34" charset="-122"/>
                <a:cs typeface="Nobile" pitchFamily="34" charset="-120"/>
              </a:rPr>
              <a:t>La fe se mide en los días difíciles.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1201460" y="487680"/>
            <a:ext cx="479108" cy="269558"/>
          </a:xfrm>
          <a:prstGeom prst="roundRect">
            <a:avLst>
              <a:gd name="adj" fmla="val 19328"/>
            </a:avLst>
          </a:prstGeom>
          <a:solidFill>
            <a:srgbClr val="D2DDF9"/>
          </a:solidFill>
          <a:ln/>
        </p:spPr>
      </p:sp>
      <p:sp>
        <p:nvSpPr>
          <p:cNvPr id="3" name="Text 1"/>
          <p:cNvSpPr/>
          <p:nvPr/>
        </p:nvSpPr>
        <p:spPr>
          <a:xfrm>
            <a:off x="1294448" y="534114"/>
            <a:ext cx="293132" cy="176689"/>
          </a:xfrm>
          <a:prstGeom prst="rect">
            <a:avLst/>
          </a:prstGeom>
          <a:noFill/>
          <a:ln/>
        </p:spPr>
        <p:txBody>
          <a:bodyPr wrap="none" lIns="0" tIns="0" rIns="0" bIns="0" rtlCol="0" anchor="t"/>
          <a:lstStyle/>
          <a:p>
            <a:pPr algn="l" indent="0" marL="0">
              <a:lnSpc>
                <a:spcPts val="1350"/>
              </a:lnSpc>
              <a:buNone/>
            </a:pPr>
            <a:r>
              <a:rPr lang="en-US" sz="950" dirty="0">
                <a:solidFill>
                  <a:srgbClr val="404155"/>
                </a:solidFill>
                <a:latin typeface="Nobile" pitchFamily="34" charset="0"/>
                <a:ea typeface="Nobile" pitchFamily="34" charset="-122"/>
                <a:cs typeface="Nobile" pitchFamily="34" charset="-120"/>
              </a:rPr>
              <a:t>CINE</a:t>
            </a:r>
            <a:endParaRPr lang="en-US" sz="950" dirty="0"/>
          </a:p>
        </p:txBody>
      </p:sp>
      <p:sp>
        <p:nvSpPr>
          <p:cNvPr id="4" name="Text 2"/>
          <p:cNvSpPr/>
          <p:nvPr/>
        </p:nvSpPr>
        <p:spPr>
          <a:xfrm>
            <a:off x="1201460" y="805577"/>
            <a:ext cx="10033754" cy="484584"/>
          </a:xfrm>
          <a:prstGeom prst="rect">
            <a:avLst/>
          </a:prstGeom>
          <a:noFill/>
          <a:ln/>
        </p:spPr>
        <p:txBody>
          <a:bodyPr wrap="none" lIns="0" tIns="0" rIns="0" bIns="0" rtlCol="0" anchor="t"/>
          <a:lstStyle/>
          <a:p>
            <a:pPr algn="l" indent="0" marL="0">
              <a:lnSpc>
                <a:spcPts val="3800"/>
              </a:lnSpc>
              <a:buNone/>
            </a:pPr>
            <a:r>
              <a:rPr lang="en-US" sz="3050" i="1" dirty="0">
                <a:solidFill>
                  <a:srgbClr val="1B1B27"/>
                </a:solidFill>
                <a:latin typeface="Alexandria" pitchFamily="34" charset="0"/>
                <a:ea typeface="Alexandria" pitchFamily="34" charset="-122"/>
                <a:cs typeface="Alexandria" pitchFamily="34" charset="-120"/>
              </a:rPr>
              <a:t>En busca de la felicidad</a:t>
            </a:r>
            <a:pPr algn="l" indent="0" marL="0">
              <a:lnSpc>
                <a:spcPts val="3800"/>
              </a:lnSpc>
              <a:buNone/>
            </a:pPr>
            <a:r>
              <a:rPr lang="en-US" sz="3050" dirty="0">
                <a:solidFill>
                  <a:srgbClr val="1B1B27"/>
                </a:solidFill>
                <a:latin typeface="Alexandria" pitchFamily="34" charset="0"/>
                <a:ea typeface="Alexandria" pitchFamily="34" charset="-122"/>
                <a:cs typeface="Alexandria" pitchFamily="34" charset="-120"/>
              </a:rPr>
              <a:t>: la fe sin obras es solo deseo</a:t>
            </a:r>
            <a:endParaRPr lang="en-US" sz="3050" dirty="0"/>
          </a:p>
        </p:txBody>
      </p:sp>
      <p:sp>
        <p:nvSpPr>
          <p:cNvPr id="5" name="Text 3"/>
          <p:cNvSpPr/>
          <p:nvPr/>
        </p:nvSpPr>
        <p:spPr>
          <a:xfrm>
            <a:off x="1201460" y="1592937"/>
            <a:ext cx="2579727" cy="242292"/>
          </a:xfrm>
          <a:prstGeom prst="rect">
            <a:avLst/>
          </a:prstGeom>
          <a:noFill/>
          <a:ln/>
        </p:spPr>
        <p:txBody>
          <a:bodyPr wrap="none" lIns="0" tIns="0" rIns="0" bIns="0" rtlCol="0" anchor="t"/>
          <a:lstStyle/>
          <a:p>
            <a:pPr algn="l" indent="0" marL="0">
              <a:lnSpc>
                <a:spcPts val="1900"/>
              </a:lnSpc>
              <a:buNone/>
            </a:pPr>
            <a:r>
              <a:rPr lang="en-US" sz="1500" dirty="0">
                <a:solidFill>
                  <a:srgbClr val="1B1B27"/>
                </a:solidFill>
                <a:latin typeface="Alexandria" pitchFamily="34" charset="0"/>
                <a:ea typeface="Alexandria" pitchFamily="34" charset="-122"/>
                <a:cs typeface="Alexandria" pitchFamily="34" charset="-120"/>
              </a:rPr>
              <a:t>Chris Gardner: fe en acción</a:t>
            </a:r>
            <a:endParaRPr lang="en-US" sz="1500" dirty="0"/>
          </a:p>
        </p:txBody>
      </p:sp>
      <p:sp>
        <p:nvSpPr>
          <p:cNvPr id="6" name="Text 4"/>
          <p:cNvSpPr/>
          <p:nvPr/>
        </p:nvSpPr>
        <p:spPr>
          <a:xfrm>
            <a:off x="1201460" y="1956316"/>
            <a:ext cx="6554867" cy="662583"/>
          </a:xfrm>
          <a:prstGeom prst="rect">
            <a:avLst/>
          </a:prstGeom>
          <a:noFill/>
          <a:ln/>
        </p:spPr>
        <p:txBody>
          <a:bodyPr wrap="square" lIns="0" tIns="0" rIns="0" bIns="0" rtlCol="0" anchor="t"/>
          <a:lstStyle/>
          <a:p>
            <a:pPr algn="l" indent="0" marL="0">
              <a:lnSpc>
                <a:spcPts val="1700"/>
              </a:lnSpc>
              <a:buNone/>
            </a:pPr>
            <a:r>
              <a:rPr lang="en-US" sz="1200" dirty="0">
                <a:solidFill>
                  <a:srgbClr val="404155"/>
                </a:solidFill>
                <a:latin typeface="Nobile" pitchFamily="34" charset="0"/>
                <a:ea typeface="Nobile" pitchFamily="34" charset="-122"/>
                <a:cs typeface="Nobile" pitchFamily="34" charset="-120"/>
              </a:rPr>
              <a:t>Chris Gardner era un vendedor ambulante que perdió su hogar, su esposa y su estabilidad económica. Con su hijo pequeño, durmió en baños públicos y refugios. Pero nunca perdió la visión de lo que podía llegar a ser.</a:t>
            </a:r>
            <a:endParaRPr lang="en-US" sz="1200" dirty="0"/>
          </a:p>
        </p:txBody>
      </p:sp>
      <p:sp>
        <p:nvSpPr>
          <p:cNvPr id="7" name="Text 5"/>
          <p:cNvSpPr/>
          <p:nvPr/>
        </p:nvSpPr>
        <p:spPr>
          <a:xfrm>
            <a:off x="1201460" y="2727841"/>
            <a:ext cx="6554867" cy="662583"/>
          </a:xfrm>
          <a:prstGeom prst="rect">
            <a:avLst/>
          </a:prstGeom>
          <a:noFill/>
          <a:ln/>
        </p:spPr>
        <p:txBody>
          <a:bodyPr wrap="square" lIns="0" tIns="0" rIns="0" bIns="0" rtlCol="0" anchor="t"/>
          <a:lstStyle/>
          <a:p>
            <a:pPr algn="l" indent="0" marL="0">
              <a:lnSpc>
                <a:spcPts val="1700"/>
              </a:lnSpc>
              <a:buNone/>
            </a:pPr>
            <a:r>
              <a:rPr lang="en-US" sz="1200" dirty="0">
                <a:solidFill>
                  <a:srgbClr val="404155"/>
                </a:solidFill>
                <a:latin typeface="Nobile" pitchFamily="34" charset="0"/>
                <a:ea typeface="Nobile" pitchFamily="34" charset="-122"/>
                <a:cs typeface="Nobile" pitchFamily="34" charset="-120"/>
              </a:rPr>
              <a:t>Su fe no era pasiva: estudiaba mientras esperaba en filas, practicaba ventas sin descanso, y se presentaba cada día con dignidad aunque no tuviera nada. La acción convirtió su esperanza en resultados concretos.</a:t>
            </a:r>
            <a:endParaRPr lang="en-US" sz="1200" dirty="0"/>
          </a:p>
        </p:txBody>
      </p:sp>
      <p:sp>
        <p:nvSpPr>
          <p:cNvPr id="8" name="Text 6"/>
          <p:cNvSpPr/>
          <p:nvPr/>
        </p:nvSpPr>
        <p:spPr>
          <a:xfrm>
            <a:off x="1433989" y="3526631"/>
            <a:ext cx="6322338" cy="220861"/>
          </a:xfrm>
          <a:prstGeom prst="rect">
            <a:avLst/>
          </a:prstGeom>
          <a:noFill/>
          <a:ln/>
        </p:spPr>
        <p:txBody>
          <a:bodyPr wrap="none" lIns="0" tIns="0" rIns="0" bIns="0" rtlCol="0" anchor="t"/>
          <a:lstStyle/>
          <a:p>
            <a:pPr algn="l" indent="0" marL="0">
              <a:lnSpc>
                <a:spcPts val="1700"/>
              </a:lnSpc>
              <a:buNone/>
            </a:pPr>
            <a:r>
              <a:rPr lang="en-US" sz="1200" i="1" dirty="0">
                <a:solidFill>
                  <a:srgbClr val="404155"/>
                </a:solidFill>
                <a:latin typeface="Nobile" pitchFamily="34" charset="0"/>
                <a:ea typeface="Nobile" pitchFamily="34" charset="-122"/>
                <a:cs typeface="Nobile" pitchFamily="34" charset="-120"/>
              </a:rPr>
              <a:t>"Si quieres algo, ve tras ello y punto."</a:t>
            </a:r>
            <a:endParaRPr lang="en-US" sz="1200" dirty="0"/>
          </a:p>
        </p:txBody>
      </p:sp>
      <p:sp>
        <p:nvSpPr>
          <p:cNvPr id="9" name="Shape 7"/>
          <p:cNvSpPr/>
          <p:nvPr/>
        </p:nvSpPr>
        <p:spPr>
          <a:xfrm>
            <a:off x="1201460" y="3526631"/>
            <a:ext cx="22860" cy="220861"/>
          </a:xfrm>
          <a:prstGeom prst="rect">
            <a:avLst/>
          </a:prstGeom>
          <a:solidFill>
            <a:srgbClr val="1B54DA"/>
          </a:solidFill>
          <a:ln/>
        </p:spPr>
      </p:sp>
      <p:pic>
        <p:nvPicPr>
          <p:cNvPr id="10" name="Image 0" descr="preencoded.png">    </p:cNvPr>
          <p:cNvPicPr>
            <a:picLocks noChangeAspect="1"/>
          </p:cNvPicPr>
          <p:nvPr/>
        </p:nvPicPr>
        <p:blipFill>
          <a:blip r:embed="rId1"/>
          <a:stretch>
            <a:fillRect/>
          </a:stretch>
        </p:blipFill>
        <p:spPr>
          <a:xfrm>
            <a:off x="8142089" y="1608058"/>
            <a:ext cx="5294233" cy="5294233"/>
          </a:xfrm>
          <a:prstGeom prst="rect">
            <a:avLst/>
          </a:prstGeom>
        </p:spPr>
      </p:pic>
      <p:sp>
        <p:nvSpPr>
          <p:cNvPr id="11" name="Shape 8"/>
          <p:cNvSpPr/>
          <p:nvPr/>
        </p:nvSpPr>
        <p:spPr>
          <a:xfrm>
            <a:off x="1201460" y="7174706"/>
            <a:ext cx="12227362" cy="567095"/>
          </a:xfrm>
          <a:prstGeom prst="roundRect">
            <a:avLst>
              <a:gd name="adj" fmla="val 11484"/>
            </a:avLst>
          </a:prstGeom>
          <a:solidFill>
            <a:srgbClr val="BBCDF7"/>
          </a:solidFill>
          <a:ln/>
        </p:spPr>
      </p:sp>
      <p:pic>
        <p:nvPicPr>
          <p:cNvPr id="12" name="Image 1" descr="preencoded.png">    </p:cNvPr>
          <p:cNvPicPr>
            <a:picLocks noChangeAspect="1"/>
          </p:cNvPicPr>
          <p:nvPr/>
        </p:nvPicPr>
        <p:blipFill>
          <a:blip r:embed="rId2"/>
          <a:stretch>
            <a:fillRect/>
          </a:stretch>
        </p:blipFill>
        <p:spPr>
          <a:xfrm>
            <a:off x="1356479" y="7377470"/>
            <a:ext cx="193715" cy="155019"/>
          </a:xfrm>
          <a:prstGeom prst="rect">
            <a:avLst/>
          </a:prstGeom>
        </p:spPr>
      </p:pic>
      <p:sp>
        <p:nvSpPr>
          <p:cNvPr id="13" name="Text 9"/>
          <p:cNvSpPr/>
          <p:nvPr/>
        </p:nvSpPr>
        <p:spPr>
          <a:xfrm>
            <a:off x="1705213" y="7334488"/>
            <a:ext cx="11568589" cy="220861"/>
          </a:xfrm>
          <a:prstGeom prst="rect">
            <a:avLst/>
          </a:prstGeom>
          <a:noFill/>
          <a:ln/>
        </p:spPr>
        <p:txBody>
          <a:bodyPr wrap="none" lIns="0" tIns="0" rIns="0" bIns="0" rtlCol="0" anchor="t"/>
          <a:lstStyle/>
          <a:p>
            <a:pPr algn="l" indent="0" marL="0">
              <a:lnSpc>
                <a:spcPts val="1700"/>
              </a:lnSpc>
              <a:buNone/>
            </a:pPr>
            <a:r>
              <a:rPr lang="en-US" sz="1200" b="1" dirty="0">
                <a:solidFill>
                  <a:srgbClr val="000000"/>
                </a:solidFill>
                <a:latin typeface="Nobile" pitchFamily="34" charset="0"/>
                <a:ea typeface="Nobile" pitchFamily="34" charset="-122"/>
                <a:cs typeface="Nobile" pitchFamily="34" charset="-120"/>
              </a:rPr>
              <a:t>Para reflexionar:</a:t>
            </a:r>
            <a:pPr algn="l" indent="0" marL="0">
              <a:lnSpc>
                <a:spcPts val="1700"/>
              </a:lnSpc>
              <a:buNone/>
            </a:pPr>
            <a:r>
              <a:rPr lang="en-US" sz="1200" dirty="0">
                <a:solidFill>
                  <a:srgbClr val="000000"/>
                </a:solidFill>
                <a:latin typeface="Nobile" pitchFamily="34" charset="0"/>
                <a:ea typeface="Nobile" pitchFamily="34" charset="-122"/>
                <a:cs typeface="Nobile" pitchFamily="34" charset="-120"/>
              </a:rPr>
              <a:t> ¿En qué área de tu vida estás esperando que algo cambie sin estar actuando? La fe que se queda quieta no transforma nada.</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793790" y="1555552"/>
            <a:ext cx="1757601" cy="373142"/>
          </a:xfrm>
          <a:prstGeom prst="roundRect">
            <a:avLst>
              <a:gd name="adj" fmla="val 17872"/>
            </a:avLst>
          </a:prstGeom>
          <a:solidFill>
            <a:srgbClr val="D2DDF9"/>
          </a:solidFill>
          <a:ln/>
        </p:spPr>
      </p:sp>
      <p:sp>
        <p:nvSpPr>
          <p:cNvPr id="3" name="Text 1"/>
          <p:cNvSpPr/>
          <p:nvPr/>
        </p:nvSpPr>
        <p:spPr>
          <a:xfrm>
            <a:off x="912852" y="1615083"/>
            <a:ext cx="1519476" cy="254079"/>
          </a:xfrm>
          <a:prstGeom prst="rect">
            <a:avLst/>
          </a:prstGeom>
          <a:noFill/>
          <a:ln/>
        </p:spPr>
        <p:txBody>
          <a:bodyPr wrap="none" lIns="0" tIns="0" rIns="0" bIns="0" rtlCol="0" anchor="t"/>
          <a:lstStyle/>
          <a:p>
            <a:pPr algn="l" indent="0" marL="0">
              <a:lnSpc>
                <a:spcPts val="2000"/>
              </a:lnSpc>
              <a:buNone/>
            </a:pPr>
            <a:r>
              <a:rPr lang="en-US" sz="1250" dirty="0">
                <a:solidFill>
                  <a:srgbClr val="404155"/>
                </a:solidFill>
                <a:latin typeface="Nobile" pitchFamily="34" charset="0"/>
                <a:ea typeface="Nobile" pitchFamily="34" charset="-122"/>
                <a:cs typeface="Nobile" pitchFamily="34" charset="-120"/>
              </a:rPr>
              <a:t>ANIME · HAIKYUU!!</a:t>
            </a:r>
            <a:endParaRPr lang="en-US" sz="1250" dirty="0"/>
          </a:p>
        </p:txBody>
      </p:sp>
      <p:sp>
        <p:nvSpPr>
          <p:cNvPr id="4" name="Text 2"/>
          <p:cNvSpPr/>
          <p:nvPr/>
        </p:nvSpPr>
        <p:spPr>
          <a:xfrm>
            <a:off x="793790" y="2007989"/>
            <a:ext cx="7968020" cy="620078"/>
          </a:xfrm>
          <a:prstGeom prst="rect">
            <a:avLst/>
          </a:prstGeom>
          <a:noFill/>
          <a:ln/>
        </p:spPr>
        <p:txBody>
          <a:bodyPr wrap="none" lIns="0" tIns="0" rIns="0" bIns="0" rtlCol="0" anchor="t"/>
          <a:lstStyle/>
          <a:p>
            <a:pPr algn="l" indent="0" marL="0">
              <a:lnSpc>
                <a:spcPts val="4850"/>
              </a:lnSpc>
              <a:buNone/>
            </a:pPr>
            <a:r>
              <a:rPr lang="en-US" sz="3900" dirty="0">
                <a:solidFill>
                  <a:srgbClr val="1B1B27"/>
                </a:solidFill>
                <a:latin typeface="Alexandria" pitchFamily="34" charset="0"/>
                <a:ea typeface="Alexandria" pitchFamily="34" charset="-122"/>
                <a:cs typeface="Alexandria" pitchFamily="34" charset="-120"/>
              </a:rPr>
              <a:t>Shoyo Hinata: la fe en el proceso</a:t>
            </a:r>
            <a:endParaRPr lang="en-US" sz="390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3790" y="2925723"/>
            <a:ext cx="496133" cy="496133"/>
          </a:xfrm>
          <a:prstGeom prst="rect">
            <a:avLst/>
          </a:prstGeom>
        </p:spPr>
      </p:pic>
      <p:sp>
        <p:nvSpPr>
          <p:cNvPr id="6" name="Text 3"/>
          <p:cNvSpPr/>
          <p:nvPr/>
        </p:nvSpPr>
        <p:spPr>
          <a:xfrm>
            <a:off x="793790" y="3669863"/>
            <a:ext cx="2837021" cy="310158"/>
          </a:xfrm>
          <a:prstGeom prst="rect">
            <a:avLst/>
          </a:prstGeom>
          <a:noFill/>
          <a:ln/>
        </p:spPr>
        <p:txBody>
          <a:bodyPr wrap="none" lIns="0" tIns="0" rIns="0" bIns="0" rtlCol="0" anchor="t"/>
          <a:lstStyle/>
          <a:p>
            <a:pPr algn="l" indent="0" marL="0">
              <a:lnSpc>
                <a:spcPts val="2400"/>
              </a:lnSpc>
              <a:buNone/>
            </a:pPr>
            <a:r>
              <a:rPr lang="en-US" sz="1950" dirty="0">
                <a:solidFill>
                  <a:srgbClr val="404155"/>
                </a:solidFill>
                <a:latin typeface="Alexandria" pitchFamily="34" charset="0"/>
                <a:ea typeface="Alexandria" pitchFamily="34" charset="-122"/>
                <a:cs typeface="Alexandria" pitchFamily="34" charset="-120"/>
              </a:rPr>
              <a:t>La fe desafía los límites</a:t>
            </a:r>
            <a:endParaRPr lang="en-US" sz="1950" dirty="0"/>
          </a:p>
        </p:txBody>
      </p:sp>
      <p:sp>
        <p:nvSpPr>
          <p:cNvPr id="7" name="Text 4"/>
          <p:cNvSpPr/>
          <p:nvPr/>
        </p:nvSpPr>
        <p:spPr>
          <a:xfrm>
            <a:off x="793790" y="4099084"/>
            <a:ext cx="4182189" cy="1587698"/>
          </a:xfrm>
          <a:prstGeom prst="rect">
            <a:avLst/>
          </a:prstGeom>
          <a:noFill/>
          <a:ln/>
        </p:spPr>
        <p:txBody>
          <a:bodyPr wrap="square" lIns="0" tIns="0" rIns="0" bIns="0" rtlCol="0" anchor="t"/>
          <a:lstStyle/>
          <a:p>
            <a:pPr algn="l" indent="0" marL="0">
              <a:lnSpc>
                <a:spcPts val="2500"/>
              </a:lnSpc>
              <a:buNone/>
            </a:pPr>
            <a:r>
              <a:rPr lang="en-US" sz="1550" dirty="0">
                <a:solidFill>
                  <a:srgbClr val="404155"/>
                </a:solidFill>
                <a:latin typeface="Nobile" pitchFamily="34" charset="0"/>
                <a:ea typeface="Nobile" pitchFamily="34" charset="-122"/>
                <a:cs typeface="Nobile" pitchFamily="34" charset="-120"/>
              </a:rPr>
              <a:t>Hinata era el jugador más bajo de su equipo, pero entrenó su salto con obsesión. No dejó que su realidad lo definiera; usó la fe para empujar más allá de lo que parecía posible.</a:t>
            </a:r>
            <a:endParaRPr lang="en-US" sz="155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23986" y="2925723"/>
            <a:ext cx="496133" cy="496133"/>
          </a:xfrm>
          <a:prstGeom prst="rect">
            <a:avLst/>
          </a:prstGeom>
        </p:spPr>
      </p:pic>
      <p:sp>
        <p:nvSpPr>
          <p:cNvPr id="9" name="Text 5"/>
          <p:cNvSpPr/>
          <p:nvPr/>
        </p:nvSpPr>
        <p:spPr>
          <a:xfrm>
            <a:off x="5223986" y="3669863"/>
            <a:ext cx="3175516" cy="310158"/>
          </a:xfrm>
          <a:prstGeom prst="rect">
            <a:avLst/>
          </a:prstGeom>
          <a:noFill/>
          <a:ln/>
        </p:spPr>
        <p:txBody>
          <a:bodyPr wrap="none" lIns="0" tIns="0" rIns="0" bIns="0" rtlCol="0" anchor="t"/>
          <a:lstStyle/>
          <a:p>
            <a:pPr algn="l" indent="0" marL="0">
              <a:lnSpc>
                <a:spcPts val="2400"/>
              </a:lnSpc>
              <a:buNone/>
            </a:pPr>
            <a:r>
              <a:rPr lang="en-US" sz="1950" dirty="0">
                <a:solidFill>
                  <a:srgbClr val="404155"/>
                </a:solidFill>
                <a:latin typeface="Alexandria" pitchFamily="34" charset="0"/>
                <a:ea typeface="Alexandria" pitchFamily="34" charset="-122"/>
                <a:cs typeface="Alexandria" pitchFamily="34" charset="-120"/>
              </a:rPr>
              <a:t>La fe aprende del proceso</a:t>
            </a:r>
            <a:endParaRPr lang="en-US" sz="1950" dirty="0"/>
          </a:p>
        </p:txBody>
      </p:sp>
      <p:sp>
        <p:nvSpPr>
          <p:cNvPr id="10" name="Text 6"/>
          <p:cNvSpPr/>
          <p:nvPr/>
        </p:nvSpPr>
        <p:spPr>
          <a:xfrm>
            <a:off x="5223986" y="4099084"/>
            <a:ext cx="4182308" cy="1587698"/>
          </a:xfrm>
          <a:prstGeom prst="rect">
            <a:avLst/>
          </a:prstGeom>
          <a:noFill/>
          <a:ln/>
        </p:spPr>
        <p:txBody>
          <a:bodyPr wrap="square" lIns="0" tIns="0" rIns="0" bIns="0" rtlCol="0" anchor="t"/>
          <a:lstStyle/>
          <a:p>
            <a:pPr algn="l" indent="0" marL="0">
              <a:lnSpc>
                <a:spcPts val="2500"/>
              </a:lnSpc>
              <a:buNone/>
            </a:pPr>
            <a:r>
              <a:rPr lang="en-US" sz="1550" dirty="0">
                <a:solidFill>
                  <a:srgbClr val="404155"/>
                </a:solidFill>
                <a:latin typeface="Nobile" pitchFamily="34" charset="0"/>
                <a:ea typeface="Nobile" pitchFamily="34" charset="-122"/>
                <a:cs typeface="Nobile" pitchFamily="34" charset="-120"/>
              </a:rPr>
              <a:t>Cuando no podía ganar por fuerza, aprendió a observar, recibir y adaptarse. La fe genuina no ignora la realidad; la estudia y la transforma con trabajo constante y humilde.</a:t>
            </a:r>
            <a:endParaRPr lang="en-US" sz="155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54302" y="2925723"/>
            <a:ext cx="496133" cy="496133"/>
          </a:xfrm>
          <a:prstGeom prst="rect">
            <a:avLst/>
          </a:prstGeom>
        </p:spPr>
      </p:pic>
      <p:sp>
        <p:nvSpPr>
          <p:cNvPr id="12" name="Text 7"/>
          <p:cNvSpPr/>
          <p:nvPr/>
        </p:nvSpPr>
        <p:spPr>
          <a:xfrm>
            <a:off x="9654302" y="3669863"/>
            <a:ext cx="3491508" cy="310158"/>
          </a:xfrm>
          <a:prstGeom prst="rect">
            <a:avLst/>
          </a:prstGeom>
          <a:noFill/>
          <a:ln/>
        </p:spPr>
        <p:txBody>
          <a:bodyPr wrap="none" lIns="0" tIns="0" rIns="0" bIns="0" rtlCol="0" anchor="t"/>
          <a:lstStyle/>
          <a:p>
            <a:pPr algn="l" indent="0" marL="0">
              <a:lnSpc>
                <a:spcPts val="2400"/>
              </a:lnSpc>
              <a:buNone/>
            </a:pPr>
            <a:r>
              <a:rPr lang="en-US" sz="1950" dirty="0">
                <a:solidFill>
                  <a:srgbClr val="404155"/>
                </a:solidFill>
                <a:latin typeface="Alexandria" pitchFamily="34" charset="0"/>
                <a:ea typeface="Alexandria" pitchFamily="34" charset="-122"/>
                <a:cs typeface="Alexandria" pitchFamily="34" charset="-120"/>
              </a:rPr>
              <a:t>La fe se construye en equipo</a:t>
            </a:r>
            <a:endParaRPr lang="en-US" sz="1950" dirty="0"/>
          </a:p>
        </p:txBody>
      </p:sp>
      <p:sp>
        <p:nvSpPr>
          <p:cNvPr id="13" name="Text 8"/>
          <p:cNvSpPr/>
          <p:nvPr/>
        </p:nvSpPr>
        <p:spPr>
          <a:xfrm>
            <a:off x="9654302" y="4099084"/>
            <a:ext cx="4182308" cy="1270159"/>
          </a:xfrm>
          <a:prstGeom prst="rect">
            <a:avLst/>
          </a:prstGeom>
          <a:noFill/>
          <a:ln/>
        </p:spPr>
        <p:txBody>
          <a:bodyPr wrap="square" lIns="0" tIns="0" rIns="0" bIns="0" rtlCol="0" anchor="t"/>
          <a:lstStyle/>
          <a:p>
            <a:pPr algn="l" indent="0" marL="0">
              <a:lnSpc>
                <a:spcPts val="2500"/>
              </a:lnSpc>
              <a:buNone/>
            </a:pPr>
            <a:r>
              <a:rPr lang="en-US" sz="1550" dirty="0">
                <a:solidFill>
                  <a:srgbClr val="404155"/>
                </a:solidFill>
                <a:latin typeface="Nobile" pitchFamily="34" charset="0"/>
                <a:ea typeface="Nobile" pitchFamily="34" charset="-122"/>
                <a:cs typeface="Nobile" pitchFamily="34" charset="-120"/>
              </a:rPr>
              <a:t>Hinata aprendió que no podía ganar solo. Confió en sus compañeros, recibió pases y devolvió con todo. La fe compartida multiplica los resultados y fortalece a todos.</a:t>
            </a:r>
            <a:endParaRPr lang="en-US" sz="1550" dirty="0"/>
          </a:p>
        </p:txBody>
      </p:sp>
      <p:sp>
        <p:nvSpPr>
          <p:cNvPr id="14" name="Text 9"/>
          <p:cNvSpPr/>
          <p:nvPr/>
        </p:nvSpPr>
        <p:spPr>
          <a:xfrm>
            <a:off x="1091446" y="6133267"/>
            <a:ext cx="12745164" cy="317540"/>
          </a:xfrm>
          <a:prstGeom prst="rect">
            <a:avLst/>
          </a:prstGeom>
          <a:noFill/>
          <a:ln/>
        </p:spPr>
        <p:txBody>
          <a:bodyPr wrap="none" lIns="0" tIns="0" rIns="0" bIns="0" rtlCol="0" anchor="t"/>
          <a:lstStyle/>
          <a:p>
            <a:pPr algn="l" indent="0" marL="0">
              <a:lnSpc>
                <a:spcPts val="2500"/>
              </a:lnSpc>
              <a:buNone/>
            </a:pPr>
            <a:r>
              <a:rPr lang="en-US" sz="1550" b="1" dirty="0">
                <a:solidFill>
                  <a:srgbClr val="404155"/>
                </a:solidFill>
                <a:latin typeface="Nobile" pitchFamily="34" charset="0"/>
                <a:ea typeface="Nobile" pitchFamily="34" charset="-122"/>
                <a:cs typeface="Nobile" pitchFamily="34" charset="-120"/>
              </a:rPr>
              <a:t>"La fe no ignora la realidad; la transforma con trabajo."</a:t>
            </a:r>
            <a:endParaRPr lang="en-US" sz="1550" dirty="0"/>
          </a:p>
        </p:txBody>
      </p:sp>
      <p:sp>
        <p:nvSpPr>
          <p:cNvPr id="15" name="Shape 10"/>
          <p:cNvSpPr/>
          <p:nvPr/>
        </p:nvSpPr>
        <p:spPr>
          <a:xfrm>
            <a:off x="793790" y="5910024"/>
            <a:ext cx="22860" cy="764024"/>
          </a:xfrm>
          <a:prstGeom prst="rect">
            <a:avLst/>
          </a:prstGeom>
          <a:solidFill>
            <a:srgbClr val="1B54DA"/>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793790" y="1095256"/>
            <a:ext cx="2643188" cy="373142"/>
          </a:xfrm>
          <a:prstGeom prst="roundRect">
            <a:avLst>
              <a:gd name="adj" fmla="val 17872"/>
            </a:avLst>
          </a:prstGeom>
          <a:solidFill>
            <a:srgbClr val="D2DDF9"/>
          </a:solidFill>
          <a:ln/>
        </p:spPr>
      </p:sp>
      <p:sp>
        <p:nvSpPr>
          <p:cNvPr id="3" name="Text 1"/>
          <p:cNvSpPr/>
          <p:nvPr/>
        </p:nvSpPr>
        <p:spPr>
          <a:xfrm>
            <a:off x="912852" y="1154787"/>
            <a:ext cx="2405062" cy="254079"/>
          </a:xfrm>
          <a:prstGeom prst="rect">
            <a:avLst/>
          </a:prstGeom>
          <a:noFill/>
          <a:ln/>
        </p:spPr>
        <p:txBody>
          <a:bodyPr wrap="none" lIns="0" tIns="0" rIns="0" bIns="0" rtlCol="0" anchor="t"/>
          <a:lstStyle/>
          <a:p>
            <a:pPr algn="l" indent="0" marL="0">
              <a:lnSpc>
                <a:spcPts val="2000"/>
              </a:lnSpc>
              <a:buNone/>
            </a:pPr>
            <a:r>
              <a:rPr lang="en-US" sz="1250" dirty="0">
                <a:solidFill>
                  <a:srgbClr val="404155"/>
                </a:solidFill>
                <a:latin typeface="Nobile" pitchFamily="34" charset="0"/>
                <a:ea typeface="Nobile" pitchFamily="34" charset="-122"/>
                <a:cs typeface="Nobile" pitchFamily="34" charset="-120"/>
              </a:rPr>
              <a:t>PALABRAS DE LOS APÓSTOLES</a:t>
            </a:r>
            <a:endParaRPr lang="en-US" sz="1250" dirty="0"/>
          </a:p>
        </p:txBody>
      </p:sp>
      <p:sp>
        <p:nvSpPr>
          <p:cNvPr id="4" name="Text 2"/>
          <p:cNvSpPr/>
          <p:nvPr/>
        </p:nvSpPr>
        <p:spPr>
          <a:xfrm>
            <a:off x="793790" y="1547693"/>
            <a:ext cx="9595842" cy="620078"/>
          </a:xfrm>
          <a:prstGeom prst="rect">
            <a:avLst/>
          </a:prstGeom>
          <a:noFill/>
          <a:ln/>
        </p:spPr>
        <p:txBody>
          <a:bodyPr wrap="none" lIns="0" tIns="0" rIns="0" bIns="0" rtlCol="0" anchor="t"/>
          <a:lstStyle/>
          <a:p>
            <a:pPr algn="l" indent="0" marL="0">
              <a:lnSpc>
                <a:spcPts val="4850"/>
              </a:lnSpc>
              <a:buNone/>
            </a:pPr>
            <a:r>
              <a:rPr lang="en-US" sz="3900" dirty="0">
                <a:solidFill>
                  <a:srgbClr val="1B1B27"/>
                </a:solidFill>
                <a:latin typeface="Alexandria" pitchFamily="34" charset="0"/>
                <a:ea typeface="Alexandria" pitchFamily="34" charset="-122"/>
                <a:cs typeface="Alexandria" pitchFamily="34" charset="-120"/>
              </a:rPr>
              <a:t>La duda no destruye la fe; la inacción sí</a:t>
            </a:r>
            <a:endParaRPr lang="en-US" sz="3900" dirty="0"/>
          </a:p>
        </p:txBody>
      </p:sp>
      <p:sp>
        <p:nvSpPr>
          <p:cNvPr id="5" name="Shape 3"/>
          <p:cNvSpPr/>
          <p:nvPr/>
        </p:nvSpPr>
        <p:spPr>
          <a:xfrm>
            <a:off x="650915" y="2465427"/>
            <a:ext cx="6565106" cy="2969300"/>
          </a:xfrm>
          <a:prstGeom prst="roundRect">
            <a:avLst>
              <a:gd name="adj" fmla="val 4813"/>
            </a:avLst>
          </a:prstGeom>
          <a:solidFill>
            <a:srgbClr val="1B54DA"/>
          </a:solidFill>
          <a:ln/>
        </p:spPr>
      </p:sp>
      <p:sp>
        <p:nvSpPr>
          <p:cNvPr id="6" name="Text 4"/>
          <p:cNvSpPr/>
          <p:nvPr/>
        </p:nvSpPr>
        <p:spPr>
          <a:xfrm>
            <a:off x="849273" y="2663785"/>
            <a:ext cx="3878937" cy="310158"/>
          </a:xfrm>
          <a:prstGeom prst="rect">
            <a:avLst/>
          </a:prstGeom>
          <a:noFill/>
          <a:ln/>
        </p:spPr>
        <p:txBody>
          <a:bodyPr wrap="none" lIns="0" tIns="0" rIns="0" bIns="0" rtlCol="0" anchor="t"/>
          <a:lstStyle/>
          <a:p>
            <a:pPr algn="l" indent="0" marL="0">
              <a:lnSpc>
                <a:spcPts val="2400"/>
              </a:lnSpc>
              <a:buNone/>
            </a:pPr>
            <a:r>
              <a:rPr lang="en-US" sz="1950" dirty="0">
                <a:solidFill>
                  <a:srgbClr val="FFFFFF"/>
                </a:solidFill>
                <a:latin typeface="Alexandria" pitchFamily="34" charset="0"/>
                <a:ea typeface="Alexandria" pitchFamily="34" charset="-122"/>
                <a:cs typeface="Alexandria" pitchFamily="34" charset="-120"/>
              </a:rPr>
              <a:t>Élder Jeffrey R. Holland enseña:</a:t>
            </a:r>
            <a:endParaRPr lang="en-US" sz="1950" dirty="0"/>
          </a:p>
        </p:txBody>
      </p:sp>
      <p:sp>
        <p:nvSpPr>
          <p:cNvPr id="7" name="Text 5"/>
          <p:cNvSpPr/>
          <p:nvPr/>
        </p:nvSpPr>
        <p:spPr>
          <a:xfrm>
            <a:off x="849273" y="3172301"/>
            <a:ext cx="6168390" cy="952619"/>
          </a:xfrm>
          <a:prstGeom prst="rect">
            <a:avLst/>
          </a:prstGeom>
          <a:noFill/>
          <a:ln/>
        </p:spPr>
        <p:txBody>
          <a:bodyPr wrap="square" lIns="0" tIns="0" rIns="0" bIns="0" rtlCol="0" anchor="t"/>
          <a:lstStyle/>
          <a:p>
            <a:pPr algn="l" indent="0" marL="0">
              <a:lnSpc>
                <a:spcPts val="2500"/>
              </a:lnSpc>
              <a:buNone/>
            </a:pPr>
            <a:r>
              <a:rPr lang="en-US" sz="1550" dirty="0">
                <a:solidFill>
                  <a:srgbClr val="FFFFFF"/>
                </a:solidFill>
                <a:latin typeface="Nobile" pitchFamily="34" charset="0"/>
                <a:ea typeface="Nobile" pitchFamily="34" charset="-122"/>
                <a:cs typeface="Nobile" pitchFamily="34" charset="-120"/>
              </a:rPr>
              <a:t>"Sean tan francos en cuanto a sus dudas como tengan que serlo… pero no permitan que esas dudas impidan que la fe produzca el milagro."</a:t>
            </a:r>
            <a:endParaRPr lang="en-US" sz="1550" dirty="0"/>
          </a:p>
        </p:txBody>
      </p:sp>
      <p:sp>
        <p:nvSpPr>
          <p:cNvPr id="8" name="Text 6"/>
          <p:cNvSpPr/>
          <p:nvPr/>
        </p:nvSpPr>
        <p:spPr>
          <a:xfrm>
            <a:off x="849273" y="4303514"/>
            <a:ext cx="6168390" cy="317540"/>
          </a:xfrm>
          <a:prstGeom prst="rect">
            <a:avLst/>
          </a:prstGeom>
          <a:noFill/>
          <a:ln/>
        </p:spPr>
        <p:txBody>
          <a:bodyPr wrap="none" lIns="0" tIns="0" rIns="0" bIns="0" rtlCol="0" anchor="t"/>
          <a:lstStyle/>
          <a:p>
            <a:pPr algn="l" indent="0" marL="0">
              <a:lnSpc>
                <a:spcPts val="2500"/>
              </a:lnSpc>
              <a:buNone/>
            </a:pPr>
            <a:r>
              <a:rPr lang="en-US" sz="1550" i="1" dirty="0">
                <a:solidFill>
                  <a:srgbClr val="FFFFFF"/>
                </a:solidFill>
                <a:latin typeface="Nobile" pitchFamily="34" charset="0"/>
                <a:ea typeface="Nobile" pitchFamily="34" charset="-122"/>
                <a:cs typeface="Nobile" pitchFamily="34" charset="-120"/>
              </a:rPr>
              <a:t>— "Creo", Liahona, 2013</a:t>
            </a:r>
            <a:endParaRPr lang="en-US" sz="1550" dirty="0"/>
          </a:p>
        </p:txBody>
      </p:sp>
      <p:sp>
        <p:nvSpPr>
          <p:cNvPr id="9" name="Text 7"/>
          <p:cNvSpPr/>
          <p:nvPr/>
        </p:nvSpPr>
        <p:spPr>
          <a:xfrm>
            <a:off x="7564874" y="2663785"/>
            <a:ext cx="3500199" cy="310158"/>
          </a:xfrm>
          <a:prstGeom prst="rect">
            <a:avLst/>
          </a:prstGeom>
          <a:noFill/>
          <a:ln/>
        </p:spPr>
        <p:txBody>
          <a:bodyPr wrap="none" lIns="0" tIns="0" rIns="0" bIns="0" rtlCol="0" anchor="t"/>
          <a:lstStyle/>
          <a:p>
            <a:pPr algn="l" indent="0" marL="0">
              <a:lnSpc>
                <a:spcPts val="2400"/>
              </a:lnSpc>
              <a:buNone/>
            </a:pPr>
            <a:r>
              <a:rPr lang="en-US" sz="1950" dirty="0">
                <a:solidFill>
                  <a:srgbClr val="1B1B27"/>
                </a:solidFill>
                <a:latin typeface="Alexandria" pitchFamily="34" charset="0"/>
                <a:ea typeface="Alexandria" pitchFamily="34" charset="-122"/>
                <a:cs typeface="Alexandria" pitchFamily="34" charset="-120"/>
              </a:rPr>
              <a:t>Aplicación para nuestra vida</a:t>
            </a:r>
            <a:endParaRPr lang="en-US" sz="1950" dirty="0"/>
          </a:p>
        </p:txBody>
      </p:sp>
      <p:sp>
        <p:nvSpPr>
          <p:cNvPr id="10" name="Text 8"/>
          <p:cNvSpPr/>
          <p:nvPr/>
        </p:nvSpPr>
        <p:spPr>
          <a:xfrm>
            <a:off x="7564874" y="3172301"/>
            <a:ext cx="6279356" cy="1270159"/>
          </a:xfrm>
          <a:prstGeom prst="rect">
            <a:avLst/>
          </a:prstGeom>
          <a:noFill/>
          <a:ln/>
        </p:spPr>
        <p:txBody>
          <a:bodyPr wrap="square" lIns="0" tIns="0" rIns="0" bIns="0" rtlCol="0" anchor="t"/>
          <a:lstStyle/>
          <a:p>
            <a:pPr algn="l" indent="0" marL="0">
              <a:lnSpc>
                <a:spcPts val="2500"/>
              </a:lnSpc>
              <a:buNone/>
            </a:pPr>
            <a:r>
              <a:rPr lang="en-US" sz="1550" dirty="0">
                <a:solidFill>
                  <a:srgbClr val="404155"/>
                </a:solidFill>
                <a:latin typeface="Nobile" pitchFamily="34" charset="0"/>
                <a:ea typeface="Nobile" pitchFamily="34" charset="-122"/>
                <a:cs typeface="Nobile" pitchFamily="34" charset="-120"/>
              </a:rPr>
              <a:t>Todos tenemos preguntas. Todos enfrentamos momentos de incertidumbre. El Élder Holland nos recuerda que la fe no requiere certeza absoluta para actuar. La fe no elimina las preguntas; las atraviesa con confianza en Cristo.</a:t>
            </a:r>
            <a:endParaRPr lang="en-US" sz="1550" dirty="0"/>
          </a:p>
        </p:txBody>
      </p:sp>
      <p:sp>
        <p:nvSpPr>
          <p:cNvPr id="11" name="Text 9"/>
          <p:cNvSpPr/>
          <p:nvPr/>
        </p:nvSpPr>
        <p:spPr>
          <a:xfrm>
            <a:off x="7564874" y="4621054"/>
            <a:ext cx="6279356" cy="635079"/>
          </a:xfrm>
          <a:prstGeom prst="rect">
            <a:avLst/>
          </a:prstGeom>
          <a:noFill/>
          <a:ln/>
        </p:spPr>
        <p:txBody>
          <a:bodyPr wrap="square" lIns="0" tIns="0" rIns="0" bIns="0" rtlCol="0" anchor="t"/>
          <a:lstStyle/>
          <a:p>
            <a:pPr algn="l" indent="0" marL="0">
              <a:lnSpc>
                <a:spcPts val="2500"/>
              </a:lnSpc>
              <a:buNone/>
            </a:pPr>
            <a:r>
              <a:rPr lang="en-US" sz="1550" dirty="0">
                <a:solidFill>
                  <a:srgbClr val="404155"/>
                </a:solidFill>
                <a:latin typeface="Nobile" pitchFamily="34" charset="0"/>
                <a:ea typeface="Nobile" pitchFamily="34" charset="-122"/>
                <a:cs typeface="Nobile" pitchFamily="34" charset="-120"/>
              </a:rPr>
              <a:t>No necesitamos tener todas las respuestas para dar el siguiente paso. Necesitamos confiar en Quien sí las tiene.</a:t>
            </a:r>
            <a:endParaRPr lang="en-US" sz="1550" dirty="0"/>
          </a:p>
        </p:txBody>
      </p:sp>
      <p:sp>
        <p:nvSpPr>
          <p:cNvPr id="12" name="Shape 10"/>
          <p:cNvSpPr/>
          <p:nvPr/>
        </p:nvSpPr>
        <p:spPr>
          <a:xfrm>
            <a:off x="793790" y="5657969"/>
            <a:ext cx="13042821" cy="1476256"/>
          </a:xfrm>
          <a:prstGeom prst="roundRect">
            <a:avLst>
              <a:gd name="adj" fmla="val 5647"/>
            </a:avLst>
          </a:prstGeom>
          <a:solidFill>
            <a:srgbClr val="D2DDF9"/>
          </a:solidFill>
          <a:ln w="7620">
            <a:solidFill>
              <a:srgbClr val="B8C3DF"/>
            </a:solidFill>
            <a:prstDash val="solid"/>
          </a:ln>
        </p:spPr>
      </p:sp>
      <p:sp>
        <p:nvSpPr>
          <p:cNvPr id="13" name="Shape 11"/>
          <p:cNvSpPr/>
          <p:nvPr/>
        </p:nvSpPr>
        <p:spPr>
          <a:xfrm>
            <a:off x="801410" y="5665589"/>
            <a:ext cx="4342448" cy="1461016"/>
          </a:xfrm>
          <a:prstGeom prst="roundRect">
            <a:avLst>
              <a:gd name="adj" fmla="val 5706"/>
            </a:avLst>
          </a:prstGeom>
          <a:solidFill>
            <a:srgbClr val="D2DDF9"/>
          </a:solidFill>
          <a:ln/>
        </p:spPr>
      </p:sp>
      <p:sp>
        <p:nvSpPr>
          <p:cNvPr id="14" name="Text 12"/>
          <p:cNvSpPr/>
          <p:nvPr/>
        </p:nvSpPr>
        <p:spPr>
          <a:xfrm>
            <a:off x="999768" y="5863947"/>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04155"/>
                </a:solidFill>
                <a:latin typeface="Alexandria" pitchFamily="34" charset="0"/>
                <a:ea typeface="Alexandria" pitchFamily="34" charset="-122"/>
                <a:cs typeface="Alexandria" pitchFamily="34" charset="-120"/>
              </a:rPr>
              <a:t>La duda es humana</a:t>
            </a:r>
            <a:endParaRPr lang="en-US" sz="1950" dirty="0"/>
          </a:p>
        </p:txBody>
      </p:sp>
      <p:sp>
        <p:nvSpPr>
          <p:cNvPr id="15" name="Text 13"/>
          <p:cNvSpPr/>
          <p:nvPr/>
        </p:nvSpPr>
        <p:spPr>
          <a:xfrm>
            <a:off x="999768" y="6293167"/>
            <a:ext cx="3945731" cy="635079"/>
          </a:xfrm>
          <a:prstGeom prst="rect">
            <a:avLst/>
          </a:prstGeom>
          <a:noFill/>
          <a:ln/>
        </p:spPr>
        <p:txBody>
          <a:bodyPr wrap="square" lIns="0" tIns="0" rIns="0" bIns="0" rtlCol="0" anchor="t"/>
          <a:lstStyle/>
          <a:p>
            <a:pPr algn="l" indent="0" marL="0">
              <a:lnSpc>
                <a:spcPts val="2500"/>
              </a:lnSpc>
              <a:buNone/>
            </a:pPr>
            <a:r>
              <a:rPr lang="en-US" sz="1550" dirty="0">
                <a:solidFill>
                  <a:srgbClr val="404155"/>
                </a:solidFill>
                <a:latin typeface="Nobile" pitchFamily="34" charset="0"/>
                <a:ea typeface="Nobile" pitchFamily="34" charset="-122"/>
                <a:cs typeface="Nobile" pitchFamily="34" charset="-120"/>
              </a:rPr>
              <a:t>Tener preguntas no es falta de fe; es parte del camino.</a:t>
            </a:r>
            <a:endParaRPr lang="en-US" sz="1550" dirty="0"/>
          </a:p>
        </p:txBody>
      </p:sp>
      <p:sp>
        <p:nvSpPr>
          <p:cNvPr id="16" name="Shape 14"/>
          <p:cNvSpPr/>
          <p:nvPr/>
        </p:nvSpPr>
        <p:spPr>
          <a:xfrm>
            <a:off x="5143857" y="5665589"/>
            <a:ext cx="4342567" cy="1461016"/>
          </a:xfrm>
          <a:prstGeom prst="rect">
            <a:avLst/>
          </a:prstGeom>
          <a:solidFill>
            <a:srgbClr val="D2DDF9"/>
          </a:solidFill>
          <a:ln/>
        </p:spPr>
      </p:sp>
      <p:sp>
        <p:nvSpPr>
          <p:cNvPr id="17" name="Shape 15"/>
          <p:cNvSpPr/>
          <p:nvPr/>
        </p:nvSpPr>
        <p:spPr>
          <a:xfrm>
            <a:off x="5143857" y="5665589"/>
            <a:ext cx="22860" cy="1461016"/>
          </a:xfrm>
          <a:prstGeom prst="roundRect">
            <a:avLst>
              <a:gd name="adj" fmla="val 364651"/>
            </a:avLst>
          </a:prstGeom>
          <a:solidFill>
            <a:srgbClr val="B8C3DF"/>
          </a:solidFill>
          <a:ln/>
        </p:spPr>
      </p:sp>
      <p:sp>
        <p:nvSpPr>
          <p:cNvPr id="18" name="Text 16"/>
          <p:cNvSpPr/>
          <p:nvPr/>
        </p:nvSpPr>
        <p:spPr>
          <a:xfrm>
            <a:off x="5342215" y="5863947"/>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04155"/>
                </a:solidFill>
                <a:latin typeface="Alexandria" pitchFamily="34" charset="0"/>
                <a:ea typeface="Alexandria" pitchFamily="34" charset="-122"/>
                <a:cs typeface="Alexandria" pitchFamily="34" charset="-120"/>
              </a:rPr>
              <a:t>La inacción paraliza</a:t>
            </a:r>
            <a:endParaRPr lang="en-US" sz="1950" dirty="0"/>
          </a:p>
        </p:txBody>
      </p:sp>
      <p:sp>
        <p:nvSpPr>
          <p:cNvPr id="19" name="Text 17"/>
          <p:cNvSpPr/>
          <p:nvPr/>
        </p:nvSpPr>
        <p:spPr>
          <a:xfrm>
            <a:off x="5342215" y="6293167"/>
            <a:ext cx="3945850" cy="635079"/>
          </a:xfrm>
          <a:prstGeom prst="rect">
            <a:avLst/>
          </a:prstGeom>
          <a:noFill/>
          <a:ln/>
        </p:spPr>
        <p:txBody>
          <a:bodyPr wrap="square" lIns="0" tIns="0" rIns="0" bIns="0" rtlCol="0" anchor="t"/>
          <a:lstStyle/>
          <a:p>
            <a:pPr algn="l" indent="0" marL="0">
              <a:lnSpc>
                <a:spcPts val="2500"/>
              </a:lnSpc>
              <a:buNone/>
            </a:pPr>
            <a:r>
              <a:rPr lang="en-US" sz="1550" dirty="0">
                <a:solidFill>
                  <a:srgbClr val="404155"/>
                </a:solidFill>
                <a:latin typeface="Nobile" pitchFamily="34" charset="0"/>
                <a:ea typeface="Nobile" pitchFamily="34" charset="-122"/>
                <a:cs typeface="Nobile" pitchFamily="34" charset="-120"/>
              </a:rPr>
              <a:t>Quedarse quieto esperando certeza total es la verdadera trampa.</a:t>
            </a:r>
            <a:endParaRPr lang="en-US" sz="1550" dirty="0"/>
          </a:p>
        </p:txBody>
      </p:sp>
      <p:sp>
        <p:nvSpPr>
          <p:cNvPr id="20" name="Shape 18"/>
          <p:cNvSpPr/>
          <p:nvPr/>
        </p:nvSpPr>
        <p:spPr>
          <a:xfrm>
            <a:off x="9486424" y="5665589"/>
            <a:ext cx="4342567" cy="1461016"/>
          </a:xfrm>
          <a:prstGeom prst="rect">
            <a:avLst/>
          </a:prstGeom>
          <a:solidFill>
            <a:srgbClr val="D2DDF9"/>
          </a:solidFill>
          <a:ln/>
        </p:spPr>
      </p:sp>
      <p:sp>
        <p:nvSpPr>
          <p:cNvPr id="21" name="Shape 19"/>
          <p:cNvSpPr/>
          <p:nvPr/>
        </p:nvSpPr>
        <p:spPr>
          <a:xfrm>
            <a:off x="9486424" y="5665589"/>
            <a:ext cx="22860" cy="1461016"/>
          </a:xfrm>
          <a:prstGeom prst="roundRect">
            <a:avLst>
              <a:gd name="adj" fmla="val 364651"/>
            </a:avLst>
          </a:prstGeom>
          <a:solidFill>
            <a:srgbClr val="B8C3DF"/>
          </a:solidFill>
          <a:ln/>
        </p:spPr>
      </p:sp>
      <p:sp>
        <p:nvSpPr>
          <p:cNvPr id="22" name="Text 20"/>
          <p:cNvSpPr/>
          <p:nvPr/>
        </p:nvSpPr>
        <p:spPr>
          <a:xfrm>
            <a:off x="9684782" y="5863947"/>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04155"/>
                </a:solidFill>
                <a:latin typeface="Alexandria" pitchFamily="34" charset="0"/>
                <a:ea typeface="Alexandria" pitchFamily="34" charset="-122"/>
                <a:cs typeface="Alexandria" pitchFamily="34" charset="-120"/>
              </a:rPr>
              <a:t>La fe actúa</a:t>
            </a:r>
            <a:endParaRPr lang="en-US" sz="1950" dirty="0"/>
          </a:p>
        </p:txBody>
      </p:sp>
      <p:sp>
        <p:nvSpPr>
          <p:cNvPr id="23" name="Text 21"/>
          <p:cNvSpPr/>
          <p:nvPr/>
        </p:nvSpPr>
        <p:spPr>
          <a:xfrm>
            <a:off x="9684782" y="6293167"/>
            <a:ext cx="3945850" cy="635079"/>
          </a:xfrm>
          <a:prstGeom prst="rect">
            <a:avLst/>
          </a:prstGeom>
          <a:noFill/>
          <a:ln/>
        </p:spPr>
        <p:txBody>
          <a:bodyPr wrap="square" lIns="0" tIns="0" rIns="0" bIns="0" rtlCol="0" anchor="t"/>
          <a:lstStyle/>
          <a:p>
            <a:pPr algn="l" indent="0" marL="0">
              <a:lnSpc>
                <a:spcPts val="2500"/>
              </a:lnSpc>
              <a:buNone/>
            </a:pPr>
            <a:r>
              <a:rPr lang="en-US" sz="1550" dirty="0">
                <a:solidFill>
                  <a:srgbClr val="404155"/>
                </a:solidFill>
                <a:latin typeface="Nobile" pitchFamily="34" charset="0"/>
                <a:ea typeface="Nobile" pitchFamily="34" charset="-122"/>
                <a:cs typeface="Nobile" pitchFamily="34" charset="-120"/>
              </a:rPr>
              <a:t>Avanzar con lo que sí sabemos es cómo recibimos más luz.</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Shape 0"/>
          <p:cNvSpPr/>
          <p:nvPr/>
        </p:nvSpPr>
        <p:spPr>
          <a:xfrm>
            <a:off x="6205776" y="674251"/>
            <a:ext cx="1409105" cy="327303"/>
          </a:xfrm>
          <a:prstGeom prst="roundRect">
            <a:avLst>
              <a:gd name="adj" fmla="val 18465"/>
            </a:avLst>
          </a:prstGeom>
          <a:solidFill>
            <a:srgbClr val="D2DDF9"/>
          </a:solidFill>
          <a:ln/>
        </p:spPr>
      </p:sp>
      <p:sp>
        <p:nvSpPr>
          <p:cNvPr id="4" name="Text 1"/>
          <p:cNvSpPr/>
          <p:nvPr/>
        </p:nvSpPr>
        <p:spPr>
          <a:xfrm>
            <a:off x="6313646" y="728186"/>
            <a:ext cx="1193363" cy="219432"/>
          </a:xfrm>
          <a:prstGeom prst="rect">
            <a:avLst/>
          </a:prstGeom>
          <a:noFill/>
          <a:ln/>
        </p:spPr>
        <p:txBody>
          <a:bodyPr wrap="none" lIns="0" tIns="0" rIns="0" bIns="0" rtlCol="0" anchor="t"/>
          <a:lstStyle/>
          <a:p>
            <a:pPr algn="l" indent="0" marL="0">
              <a:lnSpc>
                <a:spcPts val="1700"/>
              </a:lnSpc>
              <a:buNone/>
            </a:pPr>
            <a:r>
              <a:rPr lang="en-US" sz="1100" dirty="0">
                <a:solidFill>
                  <a:srgbClr val="404155"/>
                </a:solidFill>
                <a:latin typeface="Nobile" pitchFamily="34" charset="0"/>
                <a:ea typeface="Nobile" pitchFamily="34" charset="-122"/>
                <a:cs typeface="Nobile" pitchFamily="34" charset="-120"/>
              </a:rPr>
              <a:t>PLAN PERSONAL</a:t>
            </a:r>
            <a:endParaRPr lang="en-US" sz="1100" dirty="0"/>
          </a:p>
        </p:txBody>
      </p:sp>
      <p:sp>
        <p:nvSpPr>
          <p:cNvPr id="5" name="Text 2"/>
          <p:cNvSpPr/>
          <p:nvPr/>
        </p:nvSpPr>
        <p:spPr>
          <a:xfrm>
            <a:off x="6205776" y="1066681"/>
            <a:ext cx="7705249" cy="1124188"/>
          </a:xfrm>
          <a:prstGeom prst="rect">
            <a:avLst/>
          </a:prstGeom>
          <a:noFill/>
          <a:ln/>
        </p:spPr>
        <p:txBody>
          <a:bodyPr wrap="square" lIns="0" tIns="0" rIns="0" bIns="0" rtlCol="0" anchor="t"/>
          <a:lstStyle/>
          <a:p>
            <a:pPr algn="l" indent="0" marL="0">
              <a:lnSpc>
                <a:spcPts val="4400"/>
              </a:lnSpc>
              <a:buNone/>
            </a:pPr>
            <a:r>
              <a:rPr lang="en-US" sz="3500" dirty="0">
                <a:solidFill>
                  <a:srgbClr val="1B1B27"/>
                </a:solidFill>
                <a:latin typeface="Alexandria" pitchFamily="34" charset="0"/>
                <a:ea typeface="Alexandria" pitchFamily="34" charset="-122"/>
                <a:cs typeface="Alexandria" pitchFamily="34" charset="-120"/>
              </a:rPr>
              <a:t>Actuar con fe: mi compromiso personal</a:t>
            </a:r>
            <a:endParaRPr lang="en-US" sz="3500" dirty="0"/>
          </a:p>
        </p:txBody>
      </p:sp>
      <p:sp>
        <p:nvSpPr>
          <p:cNvPr id="6" name="Text 3"/>
          <p:cNvSpPr/>
          <p:nvPr/>
        </p:nvSpPr>
        <p:spPr>
          <a:xfrm>
            <a:off x="6205776" y="2435304"/>
            <a:ext cx="7705249" cy="548640"/>
          </a:xfrm>
          <a:prstGeom prst="rect">
            <a:avLst/>
          </a:prstGeom>
          <a:noFill/>
          <a:ln/>
        </p:spPr>
        <p:txBody>
          <a:bodyPr wrap="square" lIns="0" tIns="0" rIns="0" bIns="0" rtlCol="0" anchor="t"/>
          <a:lstStyle/>
          <a:p>
            <a:pPr algn="l" indent="0" marL="0">
              <a:lnSpc>
                <a:spcPts val="2150"/>
              </a:lnSpc>
              <a:buNone/>
            </a:pPr>
            <a:r>
              <a:rPr lang="en-US" sz="1400" dirty="0">
                <a:solidFill>
                  <a:srgbClr val="404155"/>
                </a:solidFill>
                <a:latin typeface="Nobile" pitchFamily="34" charset="0"/>
                <a:ea typeface="Nobile" pitchFamily="34" charset="-122"/>
                <a:cs typeface="Nobile" pitchFamily="34" charset="-120"/>
              </a:rPr>
              <a:t>La fe no es solo un concepto que estudiamos; es una decisión que tomamos cada día. Toma un momento ahora para escribir en tu diario estas reflexiones:</a:t>
            </a:r>
            <a:endParaRPr lang="en-US" sz="1400" dirty="0"/>
          </a:p>
        </p:txBody>
      </p:sp>
      <p:sp>
        <p:nvSpPr>
          <p:cNvPr id="7" name="Shape 4"/>
          <p:cNvSpPr/>
          <p:nvPr/>
        </p:nvSpPr>
        <p:spPr>
          <a:xfrm>
            <a:off x="6205776" y="3167301"/>
            <a:ext cx="7705249" cy="1079183"/>
          </a:xfrm>
          <a:prstGeom prst="roundRect">
            <a:avLst>
              <a:gd name="adj" fmla="val 7000"/>
            </a:avLst>
          </a:prstGeom>
          <a:solidFill>
            <a:srgbClr val="F9F9FF"/>
          </a:solidFill>
          <a:ln w="22860">
            <a:solidFill>
              <a:srgbClr val="B8C3DF"/>
            </a:solidFill>
            <a:prstDash val="solid"/>
          </a:ln>
        </p:spPr>
      </p:sp>
      <p:sp>
        <p:nvSpPr>
          <p:cNvPr id="8" name="Shape 5"/>
          <p:cNvSpPr/>
          <p:nvPr/>
        </p:nvSpPr>
        <p:spPr>
          <a:xfrm>
            <a:off x="6228636" y="3190161"/>
            <a:ext cx="719376" cy="1033462"/>
          </a:xfrm>
          <a:prstGeom prst="roundRect">
            <a:avLst>
              <a:gd name="adj" fmla="val 6688"/>
            </a:avLst>
          </a:prstGeom>
          <a:solidFill>
            <a:srgbClr val="D2DDF9"/>
          </a:solidFill>
          <a:ln/>
        </p:spPr>
      </p:sp>
      <p:sp>
        <p:nvSpPr>
          <p:cNvPr id="9" name="Text 6"/>
          <p:cNvSpPr/>
          <p:nvPr/>
        </p:nvSpPr>
        <p:spPr>
          <a:xfrm>
            <a:off x="6449616" y="3538299"/>
            <a:ext cx="269796" cy="337185"/>
          </a:xfrm>
          <a:prstGeom prst="rect">
            <a:avLst/>
          </a:prstGeom>
          <a:noFill/>
          <a:ln/>
        </p:spPr>
        <p:txBody>
          <a:bodyPr wrap="none" lIns="0" tIns="0" rIns="0" bIns="0" rtlCol="0" anchor="t"/>
          <a:lstStyle/>
          <a:p>
            <a:pPr algn="l" indent="0" marL="0">
              <a:lnSpc>
                <a:spcPts val="2100"/>
              </a:lnSpc>
              <a:buNone/>
            </a:pPr>
            <a:r>
              <a:rPr lang="en-US" sz="2100" dirty="0">
                <a:solidFill>
                  <a:srgbClr val="404155"/>
                </a:solidFill>
                <a:latin typeface="Alexandria" pitchFamily="34" charset="0"/>
                <a:ea typeface="Alexandria" pitchFamily="34" charset="-122"/>
                <a:cs typeface="Alexandria" pitchFamily="34" charset="-120"/>
              </a:rPr>
              <a:t>1</a:t>
            </a:r>
            <a:endParaRPr lang="en-US" sz="2100" dirty="0"/>
          </a:p>
        </p:txBody>
      </p:sp>
      <p:sp>
        <p:nvSpPr>
          <p:cNvPr id="10" name="Text 7"/>
          <p:cNvSpPr/>
          <p:nvPr/>
        </p:nvSpPr>
        <p:spPr>
          <a:xfrm>
            <a:off x="7111008" y="3369945"/>
            <a:ext cx="2545556" cy="280988"/>
          </a:xfrm>
          <a:prstGeom prst="rect">
            <a:avLst/>
          </a:prstGeom>
          <a:noFill/>
          <a:ln/>
        </p:spPr>
        <p:txBody>
          <a:bodyPr wrap="none" lIns="0" tIns="0" rIns="0" bIns="0" rtlCol="0" anchor="t"/>
          <a:lstStyle/>
          <a:p>
            <a:pPr algn="l" indent="0" marL="0">
              <a:lnSpc>
                <a:spcPts val="2200"/>
              </a:lnSpc>
              <a:buNone/>
            </a:pPr>
            <a:r>
              <a:rPr lang="en-US" sz="1750" dirty="0">
                <a:solidFill>
                  <a:srgbClr val="404155"/>
                </a:solidFill>
                <a:latin typeface="Alexandria" pitchFamily="34" charset="0"/>
                <a:ea typeface="Alexandria" pitchFamily="34" charset="-122"/>
                <a:cs typeface="Alexandria" pitchFamily="34" charset="-120"/>
              </a:rPr>
              <a:t>Lo que quiero recordar</a:t>
            </a:r>
            <a:endParaRPr lang="en-US" sz="1750" dirty="0"/>
          </a:p>
        </p:txBody>
      </p:sp>
      <p:sp>
        <p:nvSpPr>
          <p:cNvPr id="11" name="Text 8"/>
          <p:cNvSpPr/>
          <p:nvPr/>
        </p:nvSpPr>
        <p:spPr>
          <a:xfrm>
            <a:off x="7111008" y="3748683"/>
            <a:ext cx="6597372" cy="274320"/>
          </a:xfrm>
          <a:prstGeom prst="rect">
            <a:avLst/>
          </a:prstGeom>
          <a:noFill/>
          <a:ln/>
        </p:spPr>
        <p:txBody>
          <a:bodyPr wrap="none" lIns="0" tIns="0" rIns="0" bIns="0" rtlCol="0" anchor="t"/>
          <a:lstStyle/>
          <a:p>
            <a:pPr algn="l" indent="0" marL="0">
              <a:lnSpc>
                <a:spcPts val="2150"/>
              </a:lnSpc>
              <a:buNone/>
            </a:pPr>
            <a:r>
              <a:rPr lang="en-US" sz="1400" dirty="0">
                <a:solidFill>
                  <a:srgbClr val="404155"/>
                </a:solidFill>
                <a:latin typeface="Nobile" pitchFamily="34" charset="0"/>
                <a:ea typeface="Nobile" pitchFamily="34" charset="-122"/>
                <a:cs typeface="Nobile" pitchFamily="34" charset="-120"/>
              </a:rPr>
              <a:t>Algo que quiero recordar acerca de actuar con fe en Jesucristo es…</a:t>
            </a:r>
            <a:endParaRPr lang="en-US" sz="1400" dirty="0"/>
          </a:p>
        </p:txBody>
      </p:sp>
      <p:sp>
        <p:nvSpPr>
          <p:cNvPr id="12" name="Shape 9"/>
          <p:cNvSpPr/>
          <p:nvPr/>
        </p:nvSpPr>
        <p:spPr>
          <a:xfrm>
            <a:off x="6205776" y="4409480"/>
            <a:ext cx="7705249" cy="1079183"/>
          </a:xfrm>
          <a:prstGeom prst="roundRect">
            <a:avLst>
              <a:gd name="adj" fmla="val 7000"/>
            </a:avLst>
          </a:prstGeom>
          <a:solidFill>
            <a:srgbClr val="F9F9FF"/>
          </a:solidFill>
          <a:ln w="22860">
            <a:solidFill>
              <a:srgbClr val="B8C3DF"/>
            </a:solidFill>
            <a:prstDash val="solid"/>
          </a:ln>
        </p:spPr>
      </p:sp>
      <p:sp>
        <p:nvSpPr>
          <p:cNvPr id="13" name="Shape 10"/>
          <p:cNvSpPr/>
          <p:nvPr/>
        </p:nvSpPr>
        <p:spPr>
          <a:xfrm>
            <a:off x="6228636" y="4432340"/>
            <a:ext cx="719376" cy="1033462"/>
          </a:xfrm>
          <a:prstGeom prst="roundRect">
            <a:avLst>
              <a:gd name="adj" fmla="val 6688"/>
            </a:avLst>
          </a:prstGeom>
          <a:solidFill>
            <a:srgbClr val="D2DDF9"/>
          </a:solidFill>
          <a:ln/>
        </p:spPr>
      </p:sp>
      <p:sp>
        <p:nvSpPr>
          <p:cNvPr id="14" name="Text 11"/>
          <p:cNvSpPr/>
          <p:nvPr/>
        </p:nvSpPr>
        <p:spPr>
          <a:xfrm>
            <a:off x="6449616" y="4780478"/>
            <a:ext cx="269796" cy="337185"/>
          </a:xfrm>
          <a:prstGeom prst="rect">
            <a:avLst/>
          </a:prstGeom>
          <a:noFill/>
          <a:ln/>
        </p:spPr>
        <p:txBody>
          <a:bodyPr wrap="none" lIns="0" tIns="0" rIns="0" bIns="0" rtlCol="0" anchor="t"/>
          <a:lstStyle/>
          <a:p>
            <a:pPr algn="l" indent="0" marL="0">
              <a:lnSpc>
                <a:spcPts val="2100"/>
              </a:lnSpc>
              <a:buNone/>
            </a:pPr>
            <a:r>
              <a:rPr lang="en-US" sz="2100" dirty="0">
                <a:solidFill>
                  <a:srgbClr val="404155"/>
                </a:solidFill>
                <a:latin typeface="Alexandria" pitchFamily="34" charset="0"/>
                <a:ea typeface="Alexandria" pitchFamily="34" charset="-122"/>
                <a:cs typeface="Alexandria" pitchFamily="34" charset="-120"/>
              </a:rPr>
              <a:t>2</a:t>
            </a:r>
            <a:endParaRPr lang="en-US" sz="2100" dirty="0"/>
          </a:p>
        </p:txBody>
      </p:sp>
      <p:sp>
        <p:nvSpPr>
          <p:cNvPr id="15" name="Text 12"/>
          <p:cNvSpPr/>
          <p:nvPr/>
        </p:nvSpPr>
        <p:spPr>
          <a:xfrm>
            <a:off x="7111008" y="4612124"/>
            <a:ext cx="2248257" cy="280988"/>
          </a:xfrm>
          <a:prstGeom prst="rect">
            <a:avLst/>
          </a:prstGeom>
          <a:noFill/>
          <a:ln/>
        </p:spPr>
        <p:txBody>
          <a:bodyPr wrap="none" lIns="0" tIns="0" rIns="0" bIns="0" rtlCol="0" anchor="t"/>
          <a:lstStyle/>
          <a:p>
            <a:pPr algn="l" indent="0" marL="0">
              <a:lnSpc>
                <a:spcPts val="2200"/>
              </a:lnSpc>
              <a:buNone/>
            </a:pPr>
            <a:r>
              <a:rPr lang="en-US" sz="1750" dirty="0">
                <a:solidFill>
                  <a:srgbClr val="404155"/>
                </a:solidFill>
                <a:latin typeface="Alexandria" pitchFamily="34" charset="0"/>
                <a:ea typeface="Alexandria" pitchFamily="34" charset="-122"/>
                <a:cs typeface="Alexandria" pitchFamily="34" charset="-120"/>
              </a:rPr>
              <a:t>Lo que quiero hacer</a:t>
            </a:r>
            <a:endParaRPr lang="en-US" sz="1750" dirty="0"/>
          </a:p>
        </p:txBody>
      </p:sp>
      <p:sp>
        <p:nvSpPr>
          <p:cNvPr id="16" name="Text 13"/>
          <p:cNvSpPr/>
          <p:nvPr/>
        </p:nvSpPr>
        <p:spPr>
          <a:xfrm>
            <a:off x="7111008" y="4990862"/>
            <a:ext cx="6597372" cy="274320"/>
          </a:xfrm>
          <a:prstGeom prst="rect">
            <a:avLst/>
          </a:prstGeom>
          <a:noFill/>
          <a:ln/>
        </p:spPr>
        <p:txBody>
          <a:bodyPr wrap="none" lIns="0" tIns="0" rIns="0" bIns="0" rtlCol="0" anchor="t"/>
          <a:lstStyle/>
          <a:p>
            <a:pPr algn="l" indent="0" marL="0">
              <a:lnSpc>
                <a:spcPts val="2150"/>
              </a:lnSpc>
              <a:buNone/>
            </a:pPr>
            <a:r>
              <a:rPr lang="en-US" sz="1400" dirty="0">
                <a:solidFill>
                  <a:srgbClr val="404155"/>
                </a:solidFill>
                <a:latin typeface="Nobile" pitchFamily="34" charset="0"/>
                <a:ea typeface="Nobile" pitchFamily="34" charset="-122"/>
                <a:cs typeface="Nobile" pitchFamily="34" charset="-120"/>
              </a:rPr>
              <a:t>Algo que quiero hacer la próxima vez que tenga preguntas o inquietudes es…</a:t>
            </a:r>
            <a:endParaRPr lang="en-US" sz="1400" dirty="0"/>
          </a:p>
        </p:txBody>
      </p:sp>
      <p:sp>
        <p:nvSpPr>
          <p:cNvPr id="17" name="Shape 14"/>
          <p:cNvSpPr/>
          <p:nvPr/>
        </p:nvSpPr>
        <p:spPr>
          <a:xfrm>
            <a:off x="6205776" y="5651659"/>
            <a:ext cx="7705249" cy="1079183"/>
          </a:xfrm>
          <a:prstGeom prst="roundRect">
            <a:avLst>
              <a:gd name="adj" fmla="val 7000"/>
            </a:avLst>
          </a:prstGeom>
          <a:solidFill>
            <a:srgbClr val="F9F9FF"/>
          </a:solidFill>
          <a:ln w="22860">
            <a:solidFill>
              <a:srgbClr val="B8C3DF"/>
            </a:solidFill>
            <a:prstDash val="solid"/>
          </a:ln>
        </p:spPr>
      </p:sp>
      <p:sp>
        <p:nvSpPr>
          <p:cNvPr id="18" name="Shape 15"/>
          <p:cNvSpPr/>
          <p:nvPr/>
        </p:nvSpPr>
        <p:spPr>
          <a:xfrm>
            <a:off x="6228636" y="5674519"/>
            <a:ext cx="719376" cy="1033462"/>
          </a:xfrm>
          <a:prstGeom prst="roundRect">
            <a:avLst>
              <a:gd name="adj" fmla="val 6688"/>
            </a:avLst>
          </a:prstGeom>
          <a:solidFill>
            <a:srgbClr val="D2DDF9"/>
          </a:solidFill>
          <a:ln/>
        </p:spPr>
      </p:sp>
      <p:sp>
        <p:nvSpPr>
          <p:cNvPr id="19" name="Text 16"/>
          <p:cNvSpPr/>
          <p:nvPr/>
        </p:nvSpPr>
        <p:spPr>
          <a:xfrm>
            <a:off x="6449616" y="6022658"/>
            <a:ext cx="269796" cy="337185"/>
          </a:xfrm>
          <a:prstGeom prst="rect">
            <a:avLst/>
          </a:prstGeom>
          <a:noFill/>
          <a:ln/>
        </p:spPr>
        <p:txBody>
          <a:bodyPr wrap="none" lIns="0" tIns="0" rIns="0" bIns="0" rtlCol="0" anchor="t"/>
          <a:lstStyle/>
          <a:p>
            <a:pPr algn="l" indent="0" marL="0">
              <a:lnSpc>
                <a:spcPts val="2100"/>
              </a:lnSpc>
              <a:buNone/>
            </a:pPr>
            <a:r>
              <a:rPr lang="en-US" sz="2100" dirty="0">
                <a:solidFill>
                  <a:srgbClr val="404155"/>
                </a:solidFill>
                <a:latin typeface="Alexandria" pitchFamily="34" charset="0"/>
                <a:ea typeface="Alexandria" pitchFamily="34" charset="-122"/>
                <a:cs typeface="Alexandria" pitchFamily="34" charset="-120"/>
              </a:rPr>
              <a:t>3</a:t>
            </a:r>
            <a:endParaRPr lang="en-US" sz="2100" dirty="0"/>
          </a:p>
        </p:txBody>
      </p:sp>
      <p:sp>
        <p:nvSpPr>
          <p:cNvPr id="20" name="Text 17"/>
          <p:cNvSpPr/>
          <p:nvPr/>
        </p:nvSpPr>
        <p:spPr>
          <a:xfrm>
            <a:off x="7111008" y="5854303"/>
            <a:ext cx="2248257" cy="280988"/>
          </a:xfrm>
          <a:prstGeom prst="rect">
            <a:avLst/>
          </a:prstGeom>
          <a:noFill/>
          <a:ln/>
        </p:spPr>
        <p:txBody>
          <a:bodyPr wrap="none" lIns="0" tIns="0" rIns="0" bIns="0" rtlCol="0" anchor="t"/>
          <a:lstStyle/>
          <a:p>
            <a:pPr algn="l" indent="0" marL="0">
              <a:lnSpc>
                <a:spcPts val="2200"/>
              </a:lnSpc>
              <a:buNone/>
            </a:pPr>
            <a:r>
              <a:rPr lang="en-US" sz="1750" dirty="0">
                <a:solidFill>
                  <a:srgbClr val="404155"/>
                </a:solidFill>
                <a:latin typeface="Alexandria" pitchFamily="34" charset="0"/>
                <a:ea typeface="Alexandria" pitchFamily="34" charset="-122"/>
                <a:cs typeface="Alexandria" pitchFamily="34" charset="-120"/>
              </a:rPr>
              <a:t>El siguiente paso</a:t>
            </a:r>
            <a:endParaRPr lang="en-US" sz="1750" dirty="0"/>
          </a:p>
        </p:txBody>
      </p:sp>
      <p:sp>
        <p:nvSpPr>
          <p:cNvPr id="21" name="Text 18"/>
          <p:cNvSpPr/>
          <p:nvPr/>
        </p:nvSpPr>
        <p:spPr>
          <a:xfrm>
            <a:off x="7111008" y="6233041"/>
            <a:ext cx="6597372" cy="274320"/>
          </a:xfrm>
          <a:prstGeom prst="rect">
            <a:avLst/>
          </a:prstGeom>
          <a:noFill/>
          <a:ln/>
        </p:spPr>
        <p:txBody>
          <a:bodyPr wrap="none" lIns="0" tIns="0" rIns="0" bIns="0" rtlCol="0" anchor="t"/>
          <a:lstStyle/>
          <a:p>
            <a:pPr algn="l" indent="0" marL="0">
              <a:lnSpc>
                <a:spcPts val="2150"/>
              </a:lnSpc>
              <a:buNone/>
            </a:pPr>
            <a:r>
              <a:rPr lang="en-US" sz="1400" dirty="0">
                <a:solidFill>
                  <a:srgbClr val="404155"/>
                </a:solidFill>
                <a:latin typeface="Nobile" pitchFamily="34" charset="0"/>
                <a:ea typeface="Nobile" pitchFamily="34" charset="-122"/>
                <a:cs typeface="Nobile" pitchFamily="34" charset="-120"/>
              </a:rPr>
              <a:t>Una acción concreta que tomaré esta semana para demostrar fe activa es…</a:t>
            </a:r>
            <a:endParaRPr lang="en-US" sz="1400" dirty="0"/>
          </a:p>
        </p:txBody>
      </p:sp>
      <p:sp>
        <p:nvSpPr>
          <p:cNvPr id="22" name="Text 19"/>
          <p:cNvSpPr/>
          <p:nvPr/>
        </p:nvSpPr>
        <p:spPr>
          <a:xfrm>
            <a:off x="6475571" y="7097554"/>
            <a:ext cx="7435453" cy="274320"/>
          </a:xfrm>
          <a:prstGeom prst="rect">
            <a:avLst/>
          </a:prstGeom>
          <a:noFill/>
          <a:ln/>
        </p:spPr>
        <p:txBody>
          <a:bodyPr wrap="none" lIns="0" tIns="0" rIns="0" bIns="0" rtlCol="0" anchor="t"/>
          <a:lstStyle/>
          <a:p>
            <a:pPr algn="l" indent="0" marL="0">
              <a:lnSpc>
                <a:spcPts val="2150"/>
              </a:lnSpc>
              <a:buNone/>
            </a:pPr>
            <a:r>
              <a:rPr lang="en-US" sz="1400" b="1" dirty="0">
                <a:solidFill>
                  <a:srgbClr val="404155"/>
                </a:solidFill>
                <a:latin typeface="Nobile" pitchFamily="34" charset="0"/>
                <a:ea typeface="Nobile" pitchFamily="34" charset="-122"/>
                <a:cs typeface="Nobile" pitchFamily="34" charset="-120"/>
              </a:rPr>
              <a:t>"La fe no espera respuestas: las busca caminando con Cristo."</a:t>
            </a:r>
            <a:endParaRPr lang="en-US" sz="1400" dirty="0"/>
          </a:p>
        </p:txBody>
      </p:sp>
      <p:sp>
        <p:nvSpPr>
          <p:cNvPr id="23" name="Shape 20"/>
          <p:cNvSpPr/>
          <p:nvPr/>
        </p:nvSpPr>
        <p:spPr>
          <a:xfrm>
            <a:off x="6205776" y="6914198"/>
            <a:ext cx="22860" cy="641033"/>
          </a:xfrm>
          <a:prstGeom prst="rect">
            <a:avLst/>
          </a:prstGeom>
          <a:solidFill>
            <a:srgbClr val="1B54DA"/>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2026-04-11T20:25:24Z</dcterms:created>
  <dcterms:modified xsi:type="dcterms:W3CDTF">2026-04-11T20:25:24Z</dcterms:modified>
</cp:coreProperties>
</file>