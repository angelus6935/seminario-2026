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03924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971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213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16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193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221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974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295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506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18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3888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4716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1089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4992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8511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9542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49055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43382-393E-9744-5913-49AAF8319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6A7F18-1637-F3EF-733F-2B756E20F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5F3F7D-05A2-447D-501D-9265B8F7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3590C3-DD46-4B8D-721D-46A96A0A8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0076F-7981-3590-B395-4CD14E82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335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D20A6AC-23DB-4C39-A7BA-4DD6A439E818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F7FE1-6852-4E62-9C11-F4D37EBB553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29284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2E863-6854-6E50-784D-A6D47247B9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/>
              <a:t>ENCUENTRA A CRISTO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756C7A-8E84-5DBF-ADB5-B07596EFE6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/>
              <a:t>Antiguo Testamento 2026</a:t>
            </a:r>
          </a:p>
        </p:txBody>
      </p:sp>
    </p:spTree>
    <p:extLst>
      <p:ext uri="{BB962C8B-B14F-4D97-AF65-F5344CB8AC3E}">
        <p14:creationId xmlns:p14="http://schemas.microsoft.com/office/powerpoint/2010/main" val="784460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8FF29-81D1-B8A0-6184-850AB6790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¿Qué crees que trata realmente el Antiguo Testamento?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49413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E8354-257F-445C-D955-CD03D1BB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Reflexionemos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C3AF8A-643C-E409-8A46-B7B8B0EB2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“Somos la esencia del plan de nuestro Padre Celestial y la razón de la misión de nuestro Salvador…”</a:t>
            </a:r>
          </a:p>
          <a:p>
            <a:endParaRPr lang="es-ES"/>
          </a:p>
          <a:p>
            <a:r>
              <a:rPr lang="es-ES"/>
              <a:t>“Capítulo tras capítulo descubrimos ejemplos de cómo el Padre Celestial y Jesucristo se involucran de manera íntima en nuestra vida.”</a:t>
            </a:r>
          </a:p>
          <a:p>
            <a:endParaRPr lang="es-ES"/>
          </a:p>
          <a:p>
            <a:r>
              <a:rPr lang="es-ES"/>
              <a:t>— Élder Michael T. Ringwood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3764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BA5FD-BB76-389A-C1A2-801C4030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¿Qué nos muestra el Antiguo Testamento?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CC139-C827-4772-0AA3-8CD24147E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• Dios tiene un plan.</a:t>
            </a:r>
          </a:p>
          <a:p>
            <a:r>
              <a:rPr lang="es-ES"/>
              <a:t>• Jesucristo participa activamente.</a:t>
            </a:r>
          </a:p>
          <a:p>
            <a:r>
              <a:rPr lang="es-ES"/>
              <a:t>• Nuestra vida importa.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064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6EC19-DC49-DF3F-784B-C1F693E5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MISIÓN: ENCUENTRA A CRISTO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BECEA6-0332-34CD-FF82-E2E66EC73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En tu grupo:</a:t>
            </a:r>
          </a:p>
          <a:p>
            <a:r>
              <a:rPr lang="es-ES"/>
              <a:t>1. Lee el relato asignado.</a:t>
            </a:r>
          </a:p>
          <a:p>
            <a:r>
              <a:rPr lang="es-ES"/>
              <a:t>2. Encuentra evidencia de cómo actúa Dios.</a:t>
            </a:r>
          </a:p>
          <a:p>
            <a:r>
              <a:rPr lang="es-ES"/>
              <a:t>3. Identifica un atributo de Jesucristo.</a:t>
            </a:r>
          </a:p>
          <a:p>
            <a:r>
              <a:rPr lang="es-ES"/>
              <a:t>4. Prepárate para explicarlo en 60 segundos.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772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D59B5-4363-2759-F643-3C08DDA5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Relatos sugeridos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5129CF-D6E2-9679-DF03-5E5BB37CB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 José en Egipto</a:t>
            </a:r>
          </a:p>
          <a:p>
            <a:r>
              <a:rPr lang="es-ES" dirty="0"/>
              <a:t> Moisés y el Mar Rojo</a:t>
            </a:r>
          </a:p>
          <a:p>
            <a:r>
              <a:rPr lang="es-ES" dirty="0"/>
              <a:t> David y Goliat</a:t>
            </a:r>
          </a:p>
          <a:p>
            <a:r>
              <a:rPr lang="es-ES" dirty="0"/>
              <a:t> Daniel en el foso de los leones</a:t>
            </a:r>
          </a:p>
          <a:p>
            <a:r>
              <a:rPr lang="es-ES" dirty="0"/>
              <a:t> La serpiente de bronce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75920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0591D-EAB8-44ED-F64C-7AB65BD3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 Jesucristo actuaba así con ellos...</a:t>
            </a:r>
            <a:br>
              <a:rPr lang="es-ES"/>
            </a:br>
            <a:r>
              <a:rPr lang="es-ES"/>
              <a:t>¿Puede actuar así contigo?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834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862C6-9D6E-BE64-C1A3-F3BF8B54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RETO: ENCUENTRA A CRISTO (30 DÍAS)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CE5B15-56BB-B008-CBCC-4C6D85379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 Leer al menos 5 minutos diarios.</a:t>
            </a:r>
          </a:p>
          <a:p>
            <a:r>
              <a:rPr lang="es-ES" dirty="0"/>
              <a:t> Marcar cada vez que veas a Jehová actuar.</a:t>
            </a:r>
          </a:p>
          <a:p>
            <a:r>
              <a:rPr lang="es-ES" dirty="0"/>
              <a:t> Escribir qué aprendiste sobre Él.</a:t>
            </a:r>
          </a:p>
          <a:p>
            <a:r>
              <a:rPr lang="es-ES" dirty="0"/>
              <a:t> Orar antes de leer.</a:t>
            </a:r>
          </a:p>
          <a:p>
            <a:r>
              <a:rPr lang="es-ES" dirty="0"/>
              <a:t>¿Aceptas el reto?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324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82A73-C27A-5EB4-D7D1-4D3B78C6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Escribe ahora:</a:t>
            </a:r>
            <a:br>
              <a:rPr lang="es-ES"/>
            </a:br>
            <a:r>
              <a:rPr lang="es-ES"/>
              <a:t>¿Qué cambiará este año en mi forma de leer las Escrituras?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1378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A7C29-86CC-C246-E1A2-2041AD53E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El Antiguo Testamento no es solo historia.</a:t>
            </a:r>
            <a:br>
              <a:rPr lang="es-ES"/>
            </a:br>
            <a:r>
              <a:rPr lang="es-ES"/>
              <a:t>Es la historia de un Dios que participa en tu vida.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90437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2</TotalTime>
  <Words>257</Words>
  <Application>Microsoft Office PowerPoint</Application>
  <PresentationFormat>Panorámica</PresentationFormat>
  <Paragraphs>34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ENCUENTRA A CRISTO</vt:lpstr>
      <vt:lpstr>¿Qué crees que trata realmente el Antiguo Testamento?</vt:lpstr>
      <vt:lpstr>Reflexionemos</vt:lpstr>
      <vt:lpstr>¿Qué nos muestra el Antiguo Testamento?</vt:lpstr>
      <vt:lpstr>MISIÓN: ENCUENTRA A CRISTO</vt:lpstr>
      <vt:lpstr>Relatos sugeridos</vt:lpstr>
      <vt:lpstr>Si Jesucristo actuaba así con ellos... ¿Puede actuar así contigo?</vt:lpstr>
      <vt:lpstr>RETO: ENCUENTRA A CRISTO (30 DÍAS)</vt:lpstr>
      <vt:lpstr>Escribe ahora: ¿Qué cambiará este año en mi forma de leer las Escrituras?</vt:lpstr>
      <vt:lpstr>El Antiguo Testamento no es solo historia. Es la historia de un Dios que participa en tu vida.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angel aponte</dc:creator>
  <cp:lastModifiedBy>jose angel aponte</cp:lastModifiedBy>
  <cp:revision>1</cp:revision>
  <dcterms:created xsi:type="dcterms:W3CDTF">2026-02-26T16:26:33Z</dcterms:created>
  <dcterms:modified xsi:type="dcterms:W3CDTF">2026-02-26T16:28:53Z</dcterms:modified>
</cp:coreProperties>
</file>