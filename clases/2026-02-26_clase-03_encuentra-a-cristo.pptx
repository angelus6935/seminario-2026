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5493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9833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3070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431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34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99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199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68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264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086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72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247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1565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0706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0939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0974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325837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93763-2147-240F-915E-F5BBD9B4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DC4042-C42D-F827-A37A-09C9892AE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875EE6-5F35-F051-B4CA-01F0DD72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514AE3-BF55-2691-70BA-BBDCBCDD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9688EE-349A-DAE7-1DB1-840858A81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2531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CC05DA1-0076-45C7-8881-49027E1C5E5A}" type="datetimeFigureOut">
              <a:rPr lang="es-AR" smtClean="0"/>
              <a:t>26/2/2026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AA17D-DFD9-4536-BB3C-21430A4180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20999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42B1B-E3C5-CD21-6642-E1235E7808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/>
              <a:t>ENCUENTRA A CRISTO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7B919F-4BC0-6899-616D-2723547A7F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/>
              <a:t>Antiguo Testamento 2026</a:t>
            </a:r>
          </a:p>
        </p:txBody>
      </p:sp>
    </p:spTree>
    <p:extLst>
      <p:ext uri="{BB962C8B-B14F-4D97-AF65-F5344CB8AC3E}">
        <p14:creationId xmlns:p14="http://schemas.microsoft.com/office/powerpoint/2010/main" val="376435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91799-C50E-79FD-FCDA-82F44A12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¿Qué crees que trata realmente el Antiguo Testamento?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378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76B2D-3FB3-5C2C-A382-958E9BF2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Reflexionemos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4C8EB1-C853-6F5B-965E-4AC1CEC0C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“Somos la esencia del plan de nuestro Padre Celestial y la razón de la misión de nuestro Salvador…”</a:t>
            </a:r>
          </a:p>
          <a:p>
            <a:endParaRPr lang="es-ES"/>
          </a:p>
          <a:p>
            <a:r>
              <a:rPr lang="es-ES"/>
              <a:t>“Capítulo tras capítulo descubrimos ejemplos de cómo el Padre Celestial y Jesucristo se involucran de manera íntima en nuestra vida.”</a:t>
            </a:r>
          </a:p>
          <a:p>
            <a:endParaRPr lang="es-ES"/>
          </a:p>
          <a:p>
            <a:r>
              <a:rPr lang="es-ES"/>
              <a:t>— Élder Michael T. Ringwood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00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75EB5-0630-5322-12C4-8AE48596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¿Qué nos muestra el Antiguo Testamento?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AC8603-2E28-48C2-D86D-E0BC7A070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Dios tiene un plan.</a:t>
            </a:r>
          </a:p>
          <a:p>
            <a:r>
              <a:rPr lang="es-ES"/>
              <a:t>• Jesucristo participa activamente.</a:t>
            </a:r>
          </a:p>
          <a:p>
            <a:r>
              <a:rPr lang="es-ES"/>
              <a:t>• Nuestra vida importa.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5071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60B99-0F00-E331-490E-3B8D24DDE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MISIÓN: ENCUENTRA A CRISTO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A01B26-AEA1-3E71-5583-D42C3995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 tu grupo:</a:t>
            </a:r>
          </a:p>
          <a:p>
            <a:r>
              <a:rPr lang="es-ES"/>
              <a:t>1. Lee el relato asignado.</a:t>
            </a:r>
          </a:p>
          <a:p>
            <a:r>
              <a:rPr lang="es-ES"/>
              <a:t>2. Encuentra evidencia de cómo actúa Dios.</a:t>
            </a:r>
          </a:p>
          <a:p>
            <a:r>
              <a:rPr lang="es-ES"/>
              <a:t>3. Identifica un atributo de Jesucristo.</a:t>
            </a:r>
          </a:p>
          <a:p>
            <a:r>
              <a:rPr lang="es-ES"/>
              <a:t>4. Prepárate para explicarlo en 60 segundos.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5036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D0171-6DB4-DBEC-D9E5-77248949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Relatos sugeridos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6C7E80-D896-AE81-0111-8DB7368BF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José en Egipto</a:t>
            </a:r>
          </a:p>
          <a:p>
            <a:r>
              <a:rPr lang="es-ES"/>
              <a:t>• Moisés y el Mar Rojo</a:t>
            </a:r>
          </a:p>
          <a:p>
            <a:r>
              <a:rPr lang="es-ES"/>
              <a:t>• David y Goliat</a:t>
            </a:r>
          </a:p>
          <a:p>
            <a:r>
              <a:rPr lang="es-ES"/>
              <a:t>• Daniel en el foso de los leones</a:t>
            </a:r>
          </a:p>
          <a:p>
            <a:r>
              <a:rPr lang="es-ES"/>
              <a:t>• La serpiente de bronce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0674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F341D7-8F43-91D6-DBCE-C0776C5F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 Jesucristo actuaba así con ellos...</a:t>
            </a:r>
            <a:br>
              <a:rPr lang="es-ES"/>
            </a:br>
            <a:r>
              <a:rPr lang="es-ES"/>
              <a:t>¿Puede actuar así contigo?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8950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3080C-41F6-7CB3-1029-722A9029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RETO: ENCUENTRA A CRISTO (30 DÍAS)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C3B354-2875-07EF-F4BA-D0B1C4FCA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? Leer al menos 5 minutos diarios.</a:t>
            </a:r>
          </a:p>
          <a:p>
            <a:r>
              <a:rPr lang="es-ES"/>
              <a:t>? Marcar cada vez que veas a Jehová actuar.</a:t>
            </a:r>
          </a:p>
          <a:p>
            <a:r>
              <a:rPr lang="es-ES"/>
              <a:t>? Escribir qué aprendiste sobre Él.</a:t>
            </a:r>
          </a:p>
          <a:p>
            <a:r>
              <a:rPr lang="es-ES"/>
              <a:t>? Orar antes de leer.</a:t>
            </a:r>
          </a:p>
          <a:p>
            <a:endParaRPr lang="es-ES"/>
          </a:p>
          <a:p>
            <a:r>
              <a:rPr lang="es-ES"/>
              <a:t>¿Aceptas el reto?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865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AC590-287E-E13D-7C06-C083B435E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Escribe ahora:</a:t>
            </a:r>
            <a:br>
              <a:rPr lang="es-ES"/>
            </a:br>
            <a:r>
              <a:rPr lang="es-ES"/>
              <a:t>¿Qué cambiará este año en mi forma de leer las Escrituras?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819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92BAC-7799-3251-0FFC-76C74C483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El Antiguo Testamento no es solo historia.</a:t>
            </a:r>
            <a:br>
              <a:rPr lang="es-ES"/>
            </a:br>
            <a:r>
              <a:rPr lang="es-ES"/>
              <a:t>Es la historia de un Dios que participa en tu vida.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8271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257</Words>
  <Application>Microsoft Office PowerPoint</Application>
  <PresentationFormat>Panorámica</PresentationFormat>
  <Paragraphs>35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ENCUENTRA A CRISTO</vt:lpstr>
      <vt:lpstr>¿Qué crees que trata realmente el Antiguo Testamento?</vt:lpstr>
      <vt:lpstr>Reflexionemos</vt:lpstr>
      <vt:lpstr>¿Qué nos muestra el Antiguo Testamento?</vt:lpstr>
      <vt:lpstr>MISIÓN: ENCUENTRA A CRISTO</vt:lpstr>
      <vt:lpstr>Relatos sugeridos</vt:lpstr>
      <vt:lpstr>Si Jesucristo actuaba así con ellos... ¿Puede actuar así contigo?</vt:lpstr>
      <vt:lpstr>RETO: ENCUENTRA A CRISTO (30 DÍAS)</vt:lpstr>
      <vt:lpstr>Escribe ahora: ¿Qué cambiará este año en mi forma de leer las Escrituras?</vt:lpstr>
      <vt:lpstr>El Antiguo Testamento no es solo historia. Es la historia de un Dios que participa en tu vida.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angel aponte</dc:creator>
  <cp:lastModifiedBy>jose angel aponte</cp:lastModifiedBy>
  <cp:revision>1</cp:revision>
  <dcterms:created xsi:type="dcterms:W3CDTF">2026-02-26T16:34:50Z</dcterms:created>
  <dcterms:modified xsi:type="dcterms:W3CDTF">2026-02-26T16:38:42Z</dcterms:modified>
</cp:coreProperties>
</file>