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erriweather" panose="020F0502020204030204" pitchFamily="2" charset="0"/>
      <p:regular r:id="rId13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144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3798" y="2960965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Cuando solo ves el mar Rojo, Cristo ve el camino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5268515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Una mirada espiritual usando música, anime y Éxodo 14.</a:t>
            </a:r>
            <a:endParaRPr lang="en-US" sz="19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2D7D1B4-5AD1-05A7-D7EC-614E99109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816" y="1062200"/>
            <a:ext cx="5476350" cy="5476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63798" y="2004298"/>
            <a:ext cx="1933932" cy="463868"/>
          </a:xfrm>
          <a:prstGeom prst="roundRect">
            <a:avLst>
              <a:gd name="adj" fmla="val 17879"/>
            </a:avLst>
          </a:prstGeom>
          <a:solidFill>
            <a:srgbClr val="001D4D"/>
          </a:solidFill>
          <a:ln/>
        </p:spPr>
      </p:sp>
      <p:sp>
        <p:nvSpPr>
          <p:cNvPr id="4" name="Text 1"/>
          <p:cNvSpPr/>
          <p:nvPr/>
        </p:nvSpPr>
        <p:spPr>
          <a:xfrm>
            <a:off x="1011793" y="2078236"/>
            <a:ext cx="1637943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 FRASE CLAVE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233964" y="3023473"/>
            <a:ext cx="7046238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"Mi padre solía decirme: </a:t>
            </a:r>
            <a:r>
              <a:rPr lang="en-US" sz="19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te centres tanto en tus problemas que no puedas ver la solución.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233964" y="4090749"/>
            <a:ext cx="7046238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— Padre de Milton Camargo, </a:t>
            </a:r>
            <a:r>
              <a:rPr lang="en-US" sz="19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Liahona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mayo de 2023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3798" y="2745819"/>
            <a:ext cx="30480" cy="2017395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8" name="Text 5"/>
          <p:cNvSpPr/>
          <p:nvPr/>
        </p:nvSpPr>
        <p:spPr>
          <a:xfrm>
            <a:off x="863798" y="5040868"/>
            <a:ext cx="741640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Cristo es la solución incluso para nuestros problemas más difíciles.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 veces la respuesta no está en luchar más fuerte, sino en mirar hacia arriba.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8664" y="754737"/>
            <a:ext cx="1475065" cy="392192"/>
          </a:xfrm>
          <a:prstGeom prst="roundRect">
            <a:avLst>
              <a:gd name="adj" fmla="val 18083"/>
            </a:avLst>
          </a:prstGeom>
          <a:noFill/>
          <a:ln w="7620">
            <a:solidFill>
              <a:srgbClr val="609D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72847" y="825579"/>
            <a:ext cx="1206698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8664" y="1219081"/>
            <a:ext cx="5276612" cy="659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Israel atrapado</a:t>
            </a:r>
            <a:endParaRPr lang="en-US" sz="4150" dirty="0"/>
          </a:p>
        </p:txBody>
      </p:sp>
      <p:sp>
        <p:nvSpPr>
          <p:cNvPr id="6" name="Shape 3"/>
          <p:cNvSpPr/>
          <p:nvPr/>
        </p:nvSpPr>
        <p:spPr>
          <a:xfrm>
            <a:off x="738664" y="2149316"/>
            <a:ext cx="7666673" cy="1196102"/>
          </a:xfrm>
          <a:prstGeom prst="roundRect">
            <a:avLst>
              <a:gd name="adj" fmla="val 741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7263" y="2367915"/>
            <a:ext cx="2638306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🌊</a:t>
            </a: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Mar adelante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57263" y="2813566"/>
            <a:ext cx="7229475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Una barrera imposible de cruzar.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38664" y="3525798"/>
            <a:ext cx="7666673" cy="1196102"/>
          </a:xfrm>
          <a:prstGeom prst="roundRect">
            <a:avLst>
              <a:gd name="adj" fmla="val 741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7263" y="3744397"/>
            <a:ext cx="2638306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⚔️</a:t>
            </a: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Ejército atrás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957263" y="4190048"/>
            <a:ext cx="7229475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 enemigo se acerca con furia.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38664" y="4902279"/>
            <a:ext cx="7666673" cy="1196102"/>
          </a:xfrm>
          <a:prstGeom prst="roundRect">
            <a:avLst>
              <a:gd name="adj" fmla="val 741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7263" y="5120878"/>
            <a:ext cx="2814518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🏜️</a:t>
            </a: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Desierto a los lados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957263" y="5566529"/>
            <a:ext cx="7229475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Sin recursos, sin escape.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738664" y="6278761"/>
            <a:ext cx="7666673" cy="1196102"/>
          </a:xfrm>
          <a:prstGeom prst="roundRect">
            <a:avLst>
              <a:gd name="adj" fmla="val 741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7263" y="6497360"/>
            <a:ext cx="2922389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😰</a:t>
            </a: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Miedo en el corazón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957263" y="6943011"/>
            <a:ext cx="7229475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Así se siente un problema imposible.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9122" y="1337786"/>
            <a:ext cx="1760934" cy="315397"/>
          </a:xfrm>
          <a:prstGeom prst="roundRect">
            <a:avLst>
              <a:gd name="adj" fmla="val 19586"/>
            </a:avLst>
          </a:prstGeom>
          <a:solidFill>
            <a:srgbClr val="001D4D"/>
          </a:solidFill>
          <a:ln/>
        </p:spPr>
      </p:sp>
      <p:sp>
        <p:nvSpPr>
          <p:cNvPr id="3" name="Text 1"/>
          <p:cNvSpPr/>
          <p:nvPr/>
        </p:nvSpPr>
        <p:spPr>
          <a:xfrm>
            <a:off x="1659374" y="1392912"/>
            <a:ext cx="1540431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MÚSICA · METALLICA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549122" y="1707952"/>
            <a:ext cx="10372249" cy="574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Creeping Death — La presión antes del milagro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122" y="2641759"/>
            <a:ext cx="7338893" cy="40961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44025" y="2789396"/>
            <a:ext cx="3744754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 canción captura lo que muchos sentimos antes de ver la liberación: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2962" y="3462099"/>
            <a:ext cx="275749" cy="2757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41481" y="3456503"/>
            <a:ext cx="2298025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Opresión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941481" y="3880604"/>
            <a:ext cx="3147298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 sensación de que todo pesa demasiado.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2962" y="4673203"/>
            <a:ext cx="275749" cy="2757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941481" y="4667607"/>
            <a:ext cx="2298025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Miedo y urgencia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9941481" y="5091708"/>
            <a:ext cx="3147298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 peligro parece real e inminente.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2962" y="5627727"/>
            <a:ext cx="275749" cy="2757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941481" y="5622131"/>
            <a:ext cx="2298025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 Egipto emocional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941481" y="6046232"/>
            <a:ext cx="3147298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 lugar del que aún no hemos salido.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8933" y="558284"/>
            <a:ext cx="2177772" cy="355402"/>
          </a:xfrm>
          <a:prstGeom prst="roundRect">
            <a:avLst>
              <a:gd name="adj" fmla="val 19069"/>
            </a:avLst>
          </a:prstGeom>
          <a:solidFill>
            <a:srgbClr val="001D4D"/>
          </a:solidFill>
          <a:ln/>
        </p:spPr>
      </p:sp>
      <p:sp>
        <p:nvSpPr>
          <p:cNvPr id="3" name="Text 1"/>
          <p:cNvSpPr/>
          <p:nvPr/>
        </p:nvSpPr>
        <p:spPr>
          <a:xfrm>
            <a:off x="1109901" y="618768"/>
            <a:ext cx="1935837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MÚSICA · FOO FIGHTERS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88933" y="979527"/>
            <a:ext cx="8467368" cy="630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Learn to Fly — El deseo de elevarse</a:t>
            </a:r>
            <a:endParaRPr lang="en-US" sz="3950" dirty="0"/>
          </a:p>
        </p:txBody>
      </p:sp>
      <p:sp>
        <p:nvSpPr>
          <p:cNvPr id="5" name="Text 3"/>
          <p:cNvSpPr/>
          <p:nvPr/>
        </p:nvSpPr>
        <p:spPr>
          <a:xfrm>
            <a:off x="988933" y="3617833"/>
            <a:ext cx="308776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 que expresa la canción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88933" y="4097774"/>
            <a:ext cx="4108490" cy="879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 el corazón buscando a Cristo.</a:t>
            </a: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Reconocer que necesitamos ayuda es el primer paso hacia la liberación.</a:t>
            </a:r>
            <a:endParaRPr lang="en-US" sz="1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009" y="2042279"/>
            <a:ext cx="8051840" cy="449401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88933" y="6907054"/>
            <a:ext cx="4107537" cy="764262"/>
          </a:xfrm>
          <a:prstGeom prst="roundRect">
            <a:avLst>
              <a:gd name="adj" fmla="val 14357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6073" y="6907054"/>
            <a:ext cx="91440" cy="764262"/>
          </a:xfrm>
          <a:prstGeom prst="roundRect">
            <a:avLst>
              <a:gd name="adj" fmla="val 92647"/>
            </a:avLst>
          </a:prstGeom>
          <a:solidFill>
            <a:srgbClr val="609DFF"/>
          </a:solidFill>
          <a:ln/>
        </p:spPr>
      </p:sp>
      <p:sp>
        <p:nvSpPr>
          <p:cNvPr id="10" name="Text 7"/>
          <p:cNvSpPr/>
          <p:nvPr/>
        </p:nvSpPr>
        <p:spPr>
          <a:xfrm>
            <a:off x="1282065" y="7131606"/>
            <a:ext cx="252126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"Necesito ayuda."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5261253" y="6907054"/>
            <a:ext cx="4107656" cy="764262"/>
          </a:xfrm>
          <a:prstGeom prst="roundRect">
            <a:avLst>
              <a:gd name="adj" fmla="val 14357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38393" y="6907054"/>
            <a:ext cx="91440" cy="764262"/>
          </a:xfrm>
          <a:prstGeom prst="roundRect">
            <a:avLst>
              <a:gd name="adj" fmla="val 92647"/>
            </a:avLst>
          </a:prstGeom>
          <a:solidFill>
            <a:srgbClr val="609DFF"/>
          </a:solidFill>
          <a:ln/>
        </p:spPr>
      </p:sp>
      <p:sp>
        <p:nvSpPr>
          <p:cNvPr id="13" name="Text 10"/>
          <p:cNvSpPr/>
          <p:nvPr/>
        </p:nvSpPr>
        <p:spPr>
          <a:xfrm>
            <a:off x="5554385" y="7131606"/>
            <a:ext cx="252126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"No puedo solo."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9533692" y="6907054"/>
            <a:ext cx="4107656" cy="764262"/>
          </a:xfrm>
          <a:prstGeom prst="roundRect">
            <a:avLst>
              <a:gd name="adj" fmla="val 14357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10832" y="6907054"/>
            <a:ext cx="91440" cy="764262"/>
          </a:xfrm>
          <a:prstGeom prst="roundRect">
            <a:avLst>
              <a:gd name="adj" fmla="val 92647"/>
            </a:avLst>
          </a:prstGeom>
          <a:solidFill>
            <a:srgbClr val="609DFF"/>
          </a:solidFill>
          <a:ln/>
        </p:spPr>
      </p:sp>
      <p:sp>
        <p:nvSpPr>
          <p:cNvPr id="16" name="Text 13"/>
          <p:cNvSpPr/>
          <p:nvPr/>
        </p:nvSpPr>
        <p:spPr>
          <a:xfrm>
            <a:off x="9826823" y="7131606"/>
            <a:ext cx="257282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"Quiero salir de esto."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0453" y="842605"/>
            <a:ext cx="1917263" cy="398383"/>
          </a:xfrm>
          <a:prstGeom prst="roundRect">
            <a:avLst>
              <a:gd name="adj" fmla="val 18566"/>
            </a:avLst>
          </a:prstGeom>
          <a:solidFill>
            <a:srgbClr val="001D4D"/>
          </a:solidFill>
          <a:ln/>
        </p:spPr>
      </p:sp>
      <p:sp>
        <p:nvSpPr>
          <p:cNvPr id="3" name="Text 1"/>
          <p:cNvSpPr/>
          <p:nvPr/>
        </p:nvSpPr>
        <p:spPr>
          <a:xfrm>
            <a:off x="902494" y="908566"/>
            <a:ext cx="165318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ANIME · DR. STONE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70453" y="1319451"/>
            <a:ext cx="11139130" cy="68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Cuando no hay salida… aparece un camino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9635252" y="3110389"/>
            <a:ext cx="4232196" cy="133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 </a:t>
            </a:r>
            <a:r>
              <a:rPr lang="en-US" sz="17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Dr. Stone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todo parece imposible: no hay herramientas, no hay tecnología, no hay caminos. Pero aparecen </a:t>
            </a: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ayuda, comunidad y soluciones inesperadas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635252" y="4663678"/>
            <a:ext cx="4232196" cy="1870353"/>
          </a:xfrm>
          <a:prstGeom prst="roundRect">
            <a:avLst>
              <a:gd name="adj" fmla="val 4943"/>
            </a:avLst>
          </a:prstGeom>
          <a:solidFill>
            <a:srgbClr val="001D4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279" y="4982408"/>
            <a:ext cx="275153" cy="2200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350460" y="4914900"/>
            <a:ext cx="3296960" cy="133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Así actúa Cristo:</a:t>
            </a:r>
            <a:r>
              <a:rPr lang="en-US" sz="17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abre caminos donde no existen, y lo hace a través de personas, momentos y gracia que no esperábamos.</a:t>
            </a:r>
            <a:endParaRPr lang="en-US" sz="17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67CBE85-3739-0AC2-38DD-B9A0E77D8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527" y="2696491"/>
            <a:ext cx="6487430" cy="39343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198" y="1851660"/>
            <a:ext cx="2467689" cy="479108"/>
          </a:xfrm>
          <a:prstGeom prst="roundRect">
            <a:avLst>
              <a:gd name="adj" fmla="val 17310"/>
            </a:avLst>
          </a:prstGeom>
          <a:noFill/>
          <a:ln w="7620">
            <a:solidFill>
              <a:srgbClr val="609D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05813" y="1933218"/>
            <a:ext cx="2156460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ESCRITURA CENTRAL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350198" y="2429470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Éxodo 14:13–14</a:t>
            </a:r>
            <a:endParaRPr lang="en-US" sz="4850" dirty="0"/>
          </a:p>
        </p:txBody>
      </p:sp>
      <p:sp>
        <p:nvSpPr>
          <p:cNvPr id="6" name="Text 3"/>
          <p:cNvSpPr/>
          <p:nvPr/>
        </p:nvSpPr>
        <p:spPr>
          <a:xfrm>
            <a:off x="6720364" y="3848576"/>
            <a:ext cx="7046238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"No temáis; estad firmes y ved la salvación de Jehová… Jehová peleará por vosotros."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50198" y="3570923"/>
            <a:ext cx="30480" cy="134493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8" name="Text 5"/>
          <p:cNvSpPr/>
          <p:nvPr/>
        </p:nvSpPr>
        <p:spPr>
          <a:xfrm>
            <a:off x="6350198" y="5193506"/>
            <a:ext cx="741640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 milagro no depende de nuestra fuerza, sino de </a:t>
            </a: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 poder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 La orden no es "luchad", sino </a:t>
            </a:r>
            <a:r>
              <a:rPr lang="en-US" sz="19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estad firmes y ved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 A veces, la fe más valiente es quedarse quieto y confiar.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4987" y="663893"/>
            <a:ext cx="1506974" cy="450294"/>
          </a:xfrm>
          <a:prstGeom prst="roundRect">
            <a:avLst>
              <a:gd name="adj" fmla="val 18015"/>
            </a:avLst>
          </a:prstGeom>
          <a:solidFill>
            <a:srgbClr val="001D4D"/>
          </a:solidFill>
          <a:ln/>
        </p:spPr>
      </p:sp>
      <p:sp>
        <p:nvSpPr>
          <p:cNvPr id="3" name="Text 1"/>
          <p:cNvSpPr/>
          <p:nvPr/>
        </p:nvSpPr>
        <p:spPr>
          <a:xfrm>
            <a:off x="989767" y="736283"/>
            <a:ext cx="12174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 MILAGRO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4987" y="1208603"/>
            <a:ext cx="9888022" cy="754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900"/>
              </a:lnSpc>
              <a:buNone/>
            </a:pPr>
            <a:r>
              <a:rPr lang="en-US" sz="4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Éxodo 14:15–31 — Dios abre el mar</a:t>
            </a:r>
            <a:endParaRPr lang="en-US" sz="4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619" y="2317194"/>
            <a:ext cx="10063162" cy="460557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5476" y="3467083"/>
            <a:ext cx="647014" cy="6470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89027" y="5647118"/>
            <a:ext cx="1889282" cy="72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Llega la libertad</a:t>
            </a:r>
            <a:endParaRPr lang="en-US" sz="2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6796" y="3468296"/>
            <a:ext cx="647014" cy="6470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08013" y="5647118"/>
            <a:ext cx="1889283" cy="72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 pueblo cruza</a:t>
            </a:r>
            <a:endParaRPr lang="en-US" sz="2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8723" y="3468296"/>
            <a:ext cx="647014" cy="6470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39940" y="5647118"/>
            <a:ext cx="1889282" cy="72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 mar se abre</a:t>
            </a:r>
            <a:endParaRPr lang="en-US" sz="22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47710" y="3468296"/>
            <a:ext cx="647014" cy="64701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820106" y="5829091"/>
            <a:ext cx="1889282" cy="36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Dios ordena</a:t>
            </a:r>
            <a:endParaRPr lang="en-US" sz="2250" dirty="0"/>
          </a:p>
        </p:txBody>
      </p:sp>
      <p:sp>
        <p:nvSpPr>
          <p:cNvPr id="14" name="Text 7"/>
          <p:cNvSpPr/>
          <p:nvPr/>
        </p:nvSpPr>
        <p:spPr>
          <a:xfrm>
            <a:off x="844987" y="7188398"/>
            <a:ext cx="12940427" cy="382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Cristo abre mares. Cristo pelea por nosotros.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El camino no apareció antes del miedo, sino </a:t>
            </a:r>
            <a:r>
              <a:rPr lang="en-US" sz="19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 medio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de él.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71354" y="1025962"/>
            <a:ext cx="1780103" cy="294799"/>
          </a:xfrm>
          <a:prstGeom prst="roundRect">
            <a:avLst>
              <a:gd name="adj" fmla="val 19049"/>
            </a:avLst>
          </a:prstGeom>
          <a:noFill/>
          <a:ln w="7620">
            <a:solidFill>
              <a:srgbClr val="609D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179225" y="1083707"/>
            <a:ext cx="1564362" cy="179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APLICACIÓN PERSONAL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71354" y="1366004"/>
            <a:ext cx="4178260" cy="522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Tu mar Rojo hoy</a:t>
            </a:r>
            <a:endParaRPr lang="en-US" sz="3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1354" y="2057876"/>
            <a:ext cx="334208" cy="3342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71354" y="2533531"/>
            <a:ext cx="2089071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Problema familiar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071354" y="2862501"/>
            <a:ext cx="797409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Relaciones rotas o tensión en el hogar.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354" y="3313033"/>
            <a:ext cx="334208" cy="3342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1354" y="3788688"/>
            <a:ext cx="2106097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Problema económico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071354" y="4117657"/>
            <a:ext cx="797409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Deudas, incertidumbre, escasez.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71354" y="4568190"/>
            <a:ext cx="334208" cy="3342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71354" y="5043845"/>
            <a:ext cx="2089071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Problema emocional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071354" y="5372814"/>
            <a:ext cx="797409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Ansiedad, tristeza, soledad.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1354" y="5823347"/>
            <a:ext cx="334208" cy="3342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71354" y="6299002"/>
            <a:ext cx="2089071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Problema espiritual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071354" y="6627971"/>
            <a:ext cx="797409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Duda, distancia de Dios, vacío.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071354" y="6979444"/>
            <a:ext cx="797409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Cristo sigue abriendo mares. Cristo sigue siendo la solución.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1368862"/>
            <a:ext cx="1023938" cy="463868"/>
          </a:xfrm>
          <a:prstGeom prst="roundRect">
            <a:avLst>
              <a:gd name="adj" fmla="val 17879"/>
            </a:avLst>
          </a:prstGeom>
          <a:solidFill>
            <a:srgbClr val="001D4D"/>
          </a:solidFill>
          <a:ln/>
        </p:spPr>
      </p:sp>
      <p:sp>
        <p:nvSpPr>
          <p:cNvPr id="3" name="Text 1"/>
          <p:cNvSpPr/>
          <p:nvPr/>
        </p:nvSpPr>
        <p:spPr>
          <a:xfrm>
            <a:off x="1011793" y="1442799"/>
            <a:ext cx="727948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CIERRE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3798" y="1931432"/>
            <a:ext cx="129028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Todo se centra y se supera gracias a Jesucristo</a:t>
            </a:r>
            <a:endParaRPr lang="en-US" sz="4850" dirty="0"/>
          </a:p>
        </p:txBody>
      </p:sp>
      <p:sp>
        <p:nvSpPr>
          <p:cNvPr id="5" name="Shape 3"/>
          <p:cNvSpPr/>
          <p:nvPr/>
        </p:nvSpPr>
        <p:spPr>
          <a:xfrm>
            <a:off x="863798" y="3844171"/>
            <a:ext cx="12902803" cy="1788795"/>
          </a:xfrm>
          <a:prstGeom prst="roundRect">
            <a:avLst>
              <a:gd name="adj" fmla="val 5795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9038" y="3859411"/>
            <a:ext cx="4290774" cy="879158"/>
          </a:xfrm>
          <a:prstGeom prst="roundRect">
            <a:avLst>
              <a:gd name="adj" fmla="val 11792"/>
            </a:avLst>
          </a:prstGeom>
          <a:solidFill>
            <a:srgbClr val="003180"/>
          </a:solidFill>
          <a:ln/>
        </p:spPr>
      </p:sp>
      <p:sp>
        <p:nvSpPr>
          <p:cNvPr id="7" name="Text 5"/>
          <p:cNvSpPr/>
          <p:nvPr/>
        </p:nvSpPr>
        <p:spPr>
          <a:xfrm>
            <a:off x="1125855" y="410622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 salida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169813" y="3859411"/>
            <a:ext cx="4290774" cy="879158"/>
          </a:xfrm>
          <a:prstGeom prst="rect">
            <a:avLst/>
          </a:prstGeom>
          <a:solidFill>
            <a:srgbClr val="003180"/>
          </a:solidFill>
          <a:ln/>
        </p:spPr>
      </p:sp>
      <p:sp>
        <p:nvSpPr>
          <p:cNvPr id="9" name="Shape 7"/>
          <p:cNvSpPr/>
          <p:nvPr/>
        </p:nvSpPr>
        <p:spPr>
          <a:xfrm>
            <a:off x="5169813" y="3859411"/>
            <a:ext cx="30480" cy="879158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/>
        </p:spPr>
      </p:sp>
      <p:sp>
        <p:nvSpPr>
          <p:cNvPr id="10" name="Text 8"/>
          <p:cNvSpPr/>
          <p:nvPr/>
        </p:nvSpPr>
        <p:spPr>
          <a:xfrm>
            <a:off x="5416629" y="410622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 fuerza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460587" y="3859411"/>
            <a:ext cx="4290774" cy="879158"/>
          </a:xfrm>
          <a:prstGeom prst="rect">
            <a:avLst/>
          </a:prstGeom>
          <a:solidFill>
            <a:srgbClr val="003180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0587" y="3859411"/>
            <a:ext cx="30480" cy="879158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/>
        </p:spPr>
      </p:sp>
      <p:sp>
        <p:nvSpPr>
          <p:cNvPr id="13" name="Text 11"/>
          <p:cNvSpPr/>
          <p:nvPr/>
        </p:nvSpPr>
        <p:spPr>
          <a:xfrm>
            <a:off x="9707404" y="410622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 camino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79038" y="4738568"/>
            <a:ext cx="6436162" cy="879158"/>
          </a:xfrm>
          <a:prstGeom prst="rect">
            <a:avLst/>
          </a:prstGeom>
          <a:solidFill>
            <a:srgbClr val="0031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79038" y="4738568"/>
            <a:ext cx="6436162" cy="30480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/>
        </p:spPr>
      </p:sp>
      <p:sp>
        <p:nvSpPr>
          <p:cNvPr id="16" name="Text 14"/>
          <p:cNvSpPr/>
          <p:nvPr/>
        </p:nvSpPr>
        <p:spPr>
          <a:xfrm>
            <a:off x="1125855" y="498538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 paz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315200" y="4738568"/>
            <a:ext cx="6436162" cy="879158"/>
          </a:xfrm>
          <a:prstGeom prst="rect">
            <a:avLst/>
          </a:prstGeom>
          <a:solidFill>
            <a:srgbClr val="003180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4738568"/>
            <a:ext cx="30480" cy="879158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4738568"/>
            <a:ext cx="6436162" cy="30480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/>
        </p:spPr>
      </p:sp>
      <p:sp>
        <p:nvSpPr>
          <p:cNvPr id="20" name="Text 18"/>
          <p:cNvSpPr/>
          <p:nvPr/>
        </p:nvSpPr>
        <p:spPr>
          <a:xfrm>
            <a:off x="7562017" y="498538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 victoria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33964" y="6188273"/>
            <a:ext cx="12532638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Cuando solo ves el mar Rojo, Él ve el camino.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63798" y="5910620"/>
            <a:ext cx="30480" cy="950119"/>
          </a:xfrm>
          <a:prstGeom prst="rect">
            <a:avLst/>
          </a:prstGeom>
          <a:solidFill>
            <a:srgbClr val="609D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504</Words>
  <Application>Microsoft Office PowerPoint</Application>
  <PresentationFormat>Personalizado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Merriweather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jose angel aponte</cp:lastModifiedBy>
  <cp:revision>2</cp:revision>
  <dcterms:created xsi:type="dcterms:W3CDTF">2026-04-06T17:07:16Z</dcterms:created>
  <dcterms:modified xsi:type="dcterms:W3CDTF">2026-04-06T17:11:25Z</dcterms:modified>
</cp:coreProperties>
</file>