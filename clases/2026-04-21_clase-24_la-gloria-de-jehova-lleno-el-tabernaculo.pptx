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  <p:italic r:id="rId15"/>
    </p:embeddedFont>
    <p:embeddedFont>
      <p:font typeface="Roboto Slab" pitchFamily="2" charset="0"/>
      <p:regular r:id="rId16"/>
      <p:bold r:id="rId17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87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71379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gloria de Jehová llenó el tabernáculo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715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Éxodo 25; 35–40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089565"/>
            <a:ext cx="5555099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6" name="Text 3"/>
          <p:cNvSpPr/>
          <p:nvPr/>
        </p:nvSpPr>
        <p:spPr>
          <a:xfrm>
            <a:off x="6416278" y="5157549"/>
            <a:ext cx="52829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PROPÓSITO DE LOS TEMPLOS Y EL PODER DE LOS SÍMBOLOS</a:t>
            </a:r>
            <a:endParaRPr lang="en-US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7592DC4-FD82-E1A8-D021-FB40E5990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91" y="2127048"/>
            <a:ext cx="4913840" cy="3208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502"/>
            <a:ext cx="1228248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Los símbolos hablan más fuerte que las palabras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57256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¿Por qué existen los símbolos? ¿Para qué sirven realmente? Desde tiempos inmemoriales, la humanidad ha usado símbolos para comunicar lo que las palabras solas no alcanzan a expresar.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759750"/>
            <a:ext cx="4211122" cy="2413397"/>
          </a:xfrm>
          <a:prstGeom prst="roundRect">
            <a:avLst>
              <a:gd name="adj" fmla="val 1339"/>
            </a:avLst>
          </a:prstGeom>
          <a:solidFill>
            <a:srgbClr val="3F46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2975134"/>
            <a:ext cx="646390" cy="64639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6934" y="3152775"/>
            <a:ext cx="290870" cy="2908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174" y="38261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Enseñan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09174" y="4285536"/>
            <a:ext cx="37803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Transmiten verdades profundas de forma visual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209580" y="2759750"/>
            <a:ext cx="4211122" cy="2413397"/>
          </a:xfrm>
          <a:prstGeom prst="roundRect">
            <a:avLst>
              <a:gd name="adj" fmla="val 1339"/>
            </a:avLst>
          </a:prstGeom>
          <a:solidFill>
            <a:srgbClr val="3F465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964" y="2975134"/>
            <a:ext cx="646390" cy="64639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2724" y="3152775"/>
            <a:ext cx="290870" cy="2908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24964" y="38261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Recuerdan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24964" y="4285536"/>
            <a:ext cx="37803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Avivan la memoria de lo que importa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9625370" y="2759750"/>
            <a:ext cx="4211122" cy="2413397"/>
          </a:xfrm>
          <a:prstGeom prst="roundRect">
            <a:avLst>
              <a:gd name="adj" fmla="val 1339"/>
            </a:avLst>
          </a:prstGeom>
          <a:solidFill>
            <a:srgbClr val="3F465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0754" y="2975134"/>
            <a:ext cx="646390" cy="64639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514" y="3152775"/>
            <a:ext cx="290870" cy="29087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840754" y="38261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Protegen</a:t>
            </a:r>
            <a:endParaRPr lang="en-US" sz="2100" dirty="0"/>
          </a:p>
        </p:txBody>
      </p:sp>
      <p:sp>
        <p:nvSpPr>
          <p:cNvPr id="18" name="Text 10"/>
          <p:cNvSpPr/>
          <p:nvPr/>
        </p:nvSpPr>
        <p:spPr>
          <a:xfrm>
            <a:off x="9840754" y="4285536"/>
            <a:ext cx="3780353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Defienden valores e identidad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793790" y="5377815"/>
            <a:ext cx="6419017" cy="2077283"/>
          </a:xfrm>
          <a:prstGeom prst="roundRect">
            <a:avLst>
              <a:gd name="adj" fmla="val 1556"/>
            </a:avLst>
          </a:prstGeom>
          <a:solidFill>
            <a:srgbClr val="3F4652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174" y="5593199"/>
            <a:ext cx="646390" cy="646390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6934" y="5770840"/>
            <a:ext cx="290870" cy="2908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09174" y="644425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Inspiran</a:t>
            </a:r>
            <a:endParaRPr lang="en-US" sz="2100" dirty="0"/>
          </a:p>
        </p:txBody>
      </p:sp>
      <p:sp>
        <p:nvSpPr>
          <p:cNvPr id="23" name="Text 13"/>
          <p:cNvSpPr/>
          <p:nvPr/>
        </p:nvSpPr>
        <p:spPr>
          <a:xfrm>
            <a:off x="1009174" y="6903601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Apuntan hacia ideales más altos</a:t>
            </a:r>
            <a:endParaRPr lang="en-US" sz="1650" dirty="0"/>
          </a:p>
        </p:txBody>
      </p:sp>
      <p:sp>
        <p:nvSpPr>
          <p:cNvPr id="24" name="Shape 14"/>
          <p:cNvSpPr/>
          <p:nvPr/>
        </p:nvSpPr>
        <p:spPr>
          <a:xfrm>
            <a:off x="7417475" y="5377815"/>
            <a:ext cx="6419017" cy="2077283"/>
          </a:xfrm>
          <a:prstGeom prst="roundRect">
            <a:avLst>
              <a:gd name="adj" fmla="val 1556"/>
            </a:avLst>
          </a:prstGeom>
          <a:solidFill>
            <a:srgbClr val="3F4652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2859" y="5593199"/>
            <a:ext cx="646390" cy="64639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619" y="5770840"/>
            <a:ext cx="290870" cy="29087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32859" y="644425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Dan identidad</a:t>
            </a:r>
            <a:endParaRPr lang="en-US" sz="2100" dirty="0"/>
          </a:p>
        </p:txBody>
      </p:sp>
      <p:sp>
        <p:nvSpPr>
          <p:cNvPr id="28" name="Text 16"/>
          <p:cNvSpPr/>
          <p:nvPr/>
        </p:nvSpPr>
        <p:spPr>
          <a:xfrm>
            <a:off x="7632859" y="6903601"/>
            <a:ext cx="59882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Unen a un pueblo bajo un mismo propósito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02867" y="1119545"/>
            <a:ext cx="2688788" cy="385882"/>
          </a:xfrm>
          <a:prstGeom prst="roundRect">
            <a:avLst>
              <a:gd name="adj" fmla="val 6348"/>
            </a:avLst>
          </a:prstGeom>
          <a:noFill/>
          <a:ln w="7620">
            <a:solidFill>
              <a:srgbClr val="66A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732883" y="1188363"/>
            <a:ext cx="242875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EJEMPLO CONTEMPORÁNEO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602867" y="1578888"/>
            <a:ext cx="4241244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All Might como símbolo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602867" y="3038475"/>
            <a:ext cx="424124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</a:t>
            </a:r>
            <a:r>
              <a:rPr lang="en-US" sz="16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 Hero Academia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All Might entendió algo que muchos adultos olvidan: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símbolo no solo señala… un símbolo da esperanza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02867" y="4175998"/>
            <a:ext cx="4241244" cy="1122521"/>
          </a:xfrm>
          <a:prstGeom prst="roundRect">
            <a:avLst>
              <a:gd name="adj" fmla="val 2728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940" y="4473416"/>
            <a:ext cx="255151" cy="2040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66164" y="4410670"/>
            <a:ext cx="337387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Conexión: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Así funcionan también los </a:t>
            </a: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símbolos espirituales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5746016"/>
            <a:ext cx="306110" cy="3061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57087" y="573976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Calmaba el miedo</a:t>
            </a:r>
            <a:endParaRPr lang="en-US" sz="2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6533" y="5746016"/>
            <a:ext cx="306110" cy="3061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3273" y="573976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Recordaba un ideal</a:t>
            </a:r>
            <a:endParaRPr lang="en-US" sz="2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347" y="6732091"/>
            <a:ext cx="306110" cy="30611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57087" y="6725841"/>
            <a:ext cx="260651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Transmitía seguridad</a:t>
            </a:r>
            <a:endParaRPr lang="en-US" sz="2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6533" y="6732091"/>
            <a:ext cx="306110" cy="30611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93273" y="6725841"/>
            <a:ext cx="266771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Era un </a:t>
            </a:r>
            <a:r>
              <a:rPr lang="en-US" sz="20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símbolo de paz</a:t>
            </a:r>
            <a:endParaRPr lang="en-US" sz="2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7706AFC-2FAC-7780-9B3C-9070EA571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664" y="582428"/>
            <a:ext cx="5982535" cy="4448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79771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 símbolo viviente de la presencia de Dios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149316"/>
            <a:ext cx="75564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Dios mandó construir el tabernáculo, no pidió un edificio bonito. Creó un </a:t>
            </a: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símbolo viviente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Su presencia en medio de Su pueblo.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80190" y="2834997"/>
            <a:ext cx="7556421" cy="1040368"/>
          </a:xfrm>
          <a:prstGeom prst="roundRect">
            <a:avLst>
              <a:gd name="adj" fmla="val 1054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2834997"/>
            <a:ext cx="91440" cy="1040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3081" y="303930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 recordatorio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553081" y="3409831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Dios caminaba con ellos en el desierto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280190" y="4020503"/>
            <a:ext cx="7556421" cy="1040368"/>
          </a:xfrm>
          <a:prstGeom prst="roundRect">
            <a:avLst>
              <a:gd name="adj" fmla="val 1054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4020503"/>
            <a:ext cx="91440" cy="10403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53081" y="422481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 señal visible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553081" y="4595336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 presencia no era abstracta, era real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80190" y="5206008"/>
            <a:ext cx="7556421" cy="1040368"/>
          </a:xfrm>
          <a:prstGeom prst="roundRect">
            <a:avLst>
              <a:gd name="adj" fmla="val 1054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5206008"/>
            <a:ext cx="91440" cy="10403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53081" y="5410319"/>
            <a:ext cx="236779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 enseñanza visual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553081" y="5780842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objeto contaba una historia sagrada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280190" y="6391513"/>
            <a:ext cx="7556421" cy="1040368"/>
          </a:xfrm>
          <a:prstGeom prst="roundRect">
            <a:avLst>
              <a:gd name="adj" fmla="val 1054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30" y="6391513"/>
            <a:ext cx="91440" cy="10403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53081" y="6595824"/>
            <a:ext cx="263140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 fuente de esperanza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6553081" y="6966347"/>
            <a:ext cx="707921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desierto, Dios estaba con ellos</a:t>
            </a:r>
            <a:endParaRPr lang="en-US" sz="14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E812315-5304-C323-2BDA-1F42B19F9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20" y="2738013"/>
            <a:ext cx="5047126" cy="3042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951" y="1919049"/>
            <a:ext cx="1270265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"Y harán un santuario para mí, y habitaré en medio de ellos."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367676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Éxodo 25:8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578888"/>
            <a:ext cx="30480" cy="2715935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776788"/>
            <a:ext cx="43942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nos enseña esto sobre Dios?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5793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Dios del universo no pidió un palacio lejano. Pidió un lugar para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morar entre Su pueblo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No busca distancia; busca cercanía.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776788"/>
            <a:ext cx="54448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dice sobre Su deseo hacia nosotros?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535793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Dios no espera que lleguemos solos a Él. Él mismo provee el camino, el lugar y la manera de encontrarnos con Él. Su primer deseo es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estar cerca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5198"/>
            <a:ext cx="769774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simbolismo del tabernáculo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17953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objeto del tabernáculo era una lección viva sobre Dios y Su plan de salvación.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790" y="2284333"/>
            <a:ext cx="13042821" cy="4193262"/>
          </a:xfrm>
          <a:prstGeom prst="roundRect">
            <a:avLst>
              <a:gd name="adj" fmla="val 77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291953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913" y="242232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Arca del Pacto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28949" y="242232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Convenios y presencia de Dios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1410" y="2888813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6913" y="301918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Altar de sacrificios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28949" y="301918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Sacrificio y expiación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1410" y="3485674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16913" y="361604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 de bronce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28949" y="361604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Purificación y limpieza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1410" y="4082534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16913" y="4212907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Candelabro (Menorá)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928949" y="4212907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Luz de Cristo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1410" y="4679394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16913" y="480976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 de la proposición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28949" y="480976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Cristo, el pan de vida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1410" y="5276255"/>
            <a:ext cx="13027581" cy="5968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913" y="540662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Altar del incienso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28949" y="540662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oración ascendiendo a Dios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01410" y="5873115"/>
            <a:ext cx="13027581" cy="5968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16913" y="6003488"/>
            <a:ext cx="34736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velo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928949" y="6003488"/>
            <a:ext cx="86846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Cristo, el Mediador entre Dios y el hombre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93790" y="6707862"/>
            <a:ext cx="13042821" cy="886420"/>
          </a:xfrm>
          <a:prstGeom prst="roundRect">
            <a:avLst>
              <a:gd name="adj" fmla="val 3646"/>
            </a:avLst>
          </a:prstGeom>
          <a:solidFill>
            <a:srgbClr val="262626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74" y="7024807"/>
            <a:ext cx="269319" cy="2153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93877" y="6966347"/>
            <a:ext cx="12127349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Reflexión:</a:t>
            </a:r>
            <a:r>
              <a:rPr lang="en-US" sz="1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¿Cuál de estos símbolos te habla más hoy?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766763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Los templos hoy: la misma gloria, un nuevo edificio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2420660"/>
            <a:ext cx="430887" cy="4308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66942" y="2494717"/>
            <a:ext cx="360426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Enseñan mediante símbolos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6966942" y="2954060"/>
            <a:ext cx="68696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detalle arquitectónico y cada ordenanza apunta hacia verdades eternas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4035623"/>
            <a:ext cx="430887" cy="430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66942" y="4109680"/>
            <a:ext cx="392584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Señalan el camino hacia Cristo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6966942" y="4569023"/>
            <a:ext cx="68696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templo no es el destino final; es el camino hacia el Salvador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5314474"/>
            <a:ext cx="430887" cy="4308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66942" y="5388531"/>
            <a:ext cx="391644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Dan esperanza, paz y dirección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6966942" y="5847874"/>
            <a:ext cx="68696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un mundo de confusión, el templo ofrece claridad y consuelo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6593324"/>
            <a:ext cx="430887" cy="4308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66942" y="6667381"/>
            <a:ext cx="444353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Representan la presencia del Señor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6966942" y="7126724"/>
            <a:ext cx="68696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el tabernáculo, el templo es Su casa entre Su pueblo</a:t>
            </a:r>
            <a:endParaRPr lang="en-US" sz="1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405980-7D4D-1BDF-71AB-40FAE091D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99" y="544969"/>
            <a:ext cx="5655788" cy="7129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2513"/>
            <a:ext cx="7473077" cy="4204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2867" y="987266"/>
            <a:ext cx="2842617" cy="370642"/>
          </a:xfrm>
          <a:prstGeom prst="roundRect">
            <a:avLst>
              <a:gd name="adj" fmla="val 6609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9725263" y="1048464"/>
            <a:ext cx="25978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PRESIDENTE JEFFREY R. HOLLAND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602867" y="1431369"/>
            <a:ext cx="4241244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Cristo en el centro del templo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908977" y="2913936"/>
            <a:ext cx="3935135" cy="217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Nuestra labor consiste en asegurarnos de que los símbolos sagrados… nunca distraigan del Salvador, sino antes bien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señalen hacia el Salvador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quien hemos ido a adorar allí. El templo es Su casa y Él debe ocupar el centro supremo de nuestros pensamientos y corazón.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02867" y="2913936"/>
            <a:ext cx="22860" cy="217193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8" name="Text 5"/>
          <p:cNvSpPr/>
          <p:nvPr/>
        </p:nvSpPr>
        <p:spPr>
          <a:xfrm>
            <a:off x="9602867" y="5292566"/>
            <a:ext cx="42412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</a:t>
            </a:r>
            <a:r>
              <a:rPr lang="en-US" sz="16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Liahona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noviembre de 2019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2867" y="5809536"/>
            <a:ext cx="4241244" cy="1432798"/>
          </a:xfrm>
          <a:prstGeom prst="roundRect">
            <a:avLst>
              <a:gd name="adj" fmla="val 2137"/>
            </a:avLst>
          </a:prstGeom>
          <a:solidFill>
            <a:srgbClr val="08254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6106954"/>
            <a:ext cx="255151" cy="2040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66164" y="6044208"/>
            <a:ext cx="337387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Aplicación:</a:t>
            </a: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¿Cómo puedo centrar más mi adoración en Cristo cada vez que entro al templo?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52500"/>
            <a:ext cx="2939891" cy="397907"/>
          </a:xfrm>
          <a:prstGeom prst="roundRect">
            <a:avLst>
              <a:gd name="adj" fmla="val 6499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1017032"/>
            <a:ext cx="2681526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PRESIDENTE RUSSELL M. NELSON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432203"/>
            <a:ext cx="4223147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Una cita con el Señor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116925" y="3009305"/>
            <a:ext cx="3900011" cy="268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tienen acceso posible a un templo, les insto a que encuentren la manera de fijar con regularidad </a:t>
            </a:r>
            <a:r>
              <a:rPr lang="en-US" sz="16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cita con el Señor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estar en Su sagrada casa, y después asistan a esa cita con exactitud y gozo. Les prometo que el Señor les proporcionará los milagros que Él sabe que necesitan.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93790" y="3009305"/>
            <a:ext cx="30480" cy="268890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5928479"/>
            <a:ext cx="422314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</a:t>
            </a:r>
            <a:r>
              <a:rPr lang="en-US" sz="16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Liahona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noviembre de 2018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37" y="1369457"/>
            <a:ext cx="7879080" cy="44319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3790" y="6679049"/>
            <a:ext cx="6419017" cy="828318"/>
          </a:xfrm>
          <a:prstGeom prst="roundRect">
            <a:avLst>
              <a:gd name="adj" fmla="val 3902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9654" y="6924913"/>
            <a:ext cx="558176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milagros he visto por asistir al templo?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7417475" y="6679049"/>
            <a:ext cx="6419136" cy="828318"/>
          </a:xfrm>
          <a:prstGeom prst="roundRect">
            <a:avLst>
              <a:gd name="adj" fmla="val 3902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3339" y="6924913"/>
            <a:ext cx="358497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milagros necesito hoy?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4277"/>
            <a:ext cx="70794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Verdades que permanecen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3218"/>
            <a:ext cx="3664744" cy="2387084"/>
          </a:xfrm>
          <a:prstGeom prst="roundRect">
            <a:avLst>
              <a:gd name="adj" fmla="val 1425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160032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Dios mora entre Su pueblo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004780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Señor manda edificar templos para habitar con nosotros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1933218"/>
            <a:ext cx="3664863" cy="2387084"/>
          </a:xfrm>
          <a:prstGeom prst="roundRect">
            <a:avLst>
              <a:gd name="adj" fmla="val 1425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160032"/>
            <a:ext cx="2962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Los símbolos enseñan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2650450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detalle del templo habla del Padre y del Hijo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547116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773930"/>
            <a:ext cx="2913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templo nos prepara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26434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 prepara para regresar a la presencia de Dios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620351" y="6364367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"Así como la gloria de Jehová llenó el tabernáculo, Su luz puede llenar nuestra vida cuando adoramos en Su templo."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6109216"/>
            <a:ext cx="30480" cy="1236107"/>
          </a:xfrm>
          <a:prstGeom prst="rect">
            <a:avLst/>
          </a:prstGeom>
          <a:solidFill>
            <a:srgbClr val="66A8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738</Words>
  <Application>Microsoft Office PowerPoint</Application>
  <PresentationFormat>Personalizado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Roboto Slab</vt:lpstr>
      <vt:lpstr>Roboto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jose angel aponte</cp:lastModifiedBy>
  <cp:revision>2</cp:revision>
  <dcterms:created xsi:type="dcterms:W3CDTF">2026-04-21T13:58:54Z</dcterms:created>
  <dcterms:modified xsi:type="dcterms:W3CDTF">2026-04-21T14:09:37Z</dcterms:modified>
</cp:coreProperties>
</file>