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Seminario</a:t>
            </a:r>
          </a:p>
          <a:p>
            <a:r>
              <a:t>Antiguo Testamento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Lección 1: Encontrar a Jesucristo en el Antiguo Testamento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Comprender que el Antiguo Testamento testifica de Jesucristo.</a:t>
            </a:r>
          </a:p>
          <a:p>
            <a:pPr lvl="1"/>
            <a:r>
              <a:t>Entender que Jehová es Jesucristo antes de Su vida mortal.</a:t>
            </a:r>
          </a:p>
          <a:p>
            <a:pPr lvl="1"/>
            <a:r>
              <a:t>Reconocer que Dios está involucrado en nuestra vida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pensamos cuando escuchamos 'Antiguo Testamento'?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¿Historias antiguas?</a:t>
            </a:r>
          </a:p>
          <a:p>
            <a:pPr lvl="1"/>
            <a:r>
              <a:t>¿Guerras?</a:t>
            </a:r>
          </a:p>
          <a:p>
            <a:pPr lvl="1"/>
            <a:r>
              <a:t>¿Leyes difíciles?</a:t>
            </a:r>
          </a:p>
          <a:p>
            <a:pPr lvl="1"/>
            <a:r>
              <a:t>¿Y si fuera principalmente sobre Jesucristo?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Verdad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El Antiguo Testamento testifica de un Padre Celestial amoroso.</a:t>
            </a:r>
          </a:p>
          <a:p>
            <a:pPr lvl="1"/>
            <a:r>
              <a:t>Somos la esencia del plan de Dios.</a:t>
            </a:r>
          </a:p>
          <a:p>
            <a:pPr lvl="1"/>
            <a:r>
              <a:t>Somos la razón de la misión del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¿Quién es Jehová?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Jehová es el nombre del Dios del Antiguo Testamento.</a:t>
            </a:r>
          </a:p>
          <a:p>
            <a:pPr lvl="1"/>
            <a:r>
              <a:t>Jehová es Jesucristo antes de Su vida mortal.</a:t>
            </a:r>
          </a:p>
          <a:p>
            <a:pPr lvl="1"/>
            <a:r>
              <a:t>El mismo que abrió el mar Rojo es el que nació en Belén.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Jesucristo en Acción en el Antiguo Testamento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Protección (Daniel en el foso de los leones)</a:t>
            </a:r>
          </a:p>
          <a:p>
            <a:pPr lvl="1"/>
            <a:r>
              <a:t>Liberación (Moisés y el mar Rojo)</a:t>
            </a:r>
          </a:p>
          <a:p>
            <a:pPr lvl="1"/>
            <a:r>
              <a:t>Fe y valentía (David y Goliat)</a:t>
            </a:r>
          </a:p>
          <a:p>
            <a:pPr lvl="1"/>
            <a:r>
              <a:t>Sanación (La serpiente de bronce)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Actividad: Encuentra a Cristo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¿Cómo actúa Dios en el relato?</a:t>
            </a:r>
          </a:p>
          <a:p>
            <a:pPr lvl="1"/>
            <a:r>
              <a:t>¿Qué atributo de Jesucristo vemos aquí?</a:t>
            </a:r>
          </a:p>
          <a:p>
            <a:pPr lvl="1"/>
            <a:r>
              <a:t>¿Cómo puede ayudarte hoy?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Personal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¿En qué área de mi vida necesito que Dios intervenga?</a:t>
            </a:r>
          </a:p>
          <a:p>
            <a:pPr lvl="1"/>
            <a:r>
              <a:t>¿Estoy dispuesto a escucharlo?</a:t>
            </a:r>
          </a:p>
          <a:p>
            <a:pPr lvl="1"/>
            <a:r>
              <a:t>¿Cómo cambiaría mi lectura si busco a Cristo en cada capítulo?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 Espirituales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Leer 5 minutos diarios.</a:t>
            </a:r>
          </a:p>
          <a:p>
            <a:pPr lvl="1"/>
            <a:r>
              <a:t>Subrayar cuando aparezca Jehová.</a:t>
            </a:r>
          </a:p>
          <a:p>
            <a:pPr lvl="1"/>
            <a:r>
              <a:t>Orar antes de estudiar.</a:t>
            </a:r>
          </a:p>
          <a:p>
            <a:pPr lvl="1"/>
            <a:r>
              <a:t>Escribir lo que aprendo de Cristo.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Mensaje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El Antiguo Testamento no es solo historia.</a:t>
            </a:r>
          </a:p>
          <a:p>
            <a:pPr lvl="1"/>
            <a:r>
              <a:t>Es evidencia de que Jesucristo ha estado actuando desde el principio.</a:t>
            </a:r>
          </a:p>
          <a:p>
            <a:pPr lvl="1"/>
            <a:r>
              <a:t>Él puede actuar en tu vida hoy.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