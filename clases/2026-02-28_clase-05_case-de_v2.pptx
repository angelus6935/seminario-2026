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23015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94776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9379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53202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61276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36018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82319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3328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07535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86159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11190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1214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394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84160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9410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93540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842045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4931BD-7238-1790-D5F6-8B65ADBEA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0EC477-21CF-B9D7-AE8A-86277B76C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E59388-1E4D-A3E9-F391-BF14F83FD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6EB575-36C0-4EDD-7B9F-FB0DCE624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3D9DFD-45C9-7A37-F670-A7C739A02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4785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147621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18.xml"/><Relationship Id="rId1" Type="http://schemas.openxmlformats.org/officeDocument/2006/relationships/video" Target="https://www.youtube.com/embed/A_CwBXkdEss?feature=oembed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3EDA9D-D2E0-8DE7-F6C8-C3E9B8673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ES" dirty="0"/>
            </a:br>
            <a:r>
              <a:rPr lang="es-ES" dirty="0"/>
              <a:t>Devocional de BYU con el presidente </a:t>
            </a:r>
            <a:r>
              <a:rPr lang="es-ES" dirty="0" err="1"/>
              <a:t>Dallin</a:t>
            </a:r>
            <a:r>
              <a:rPr lang="es-ES" dirty="0"/>
              <a:t> H. </a:t>
            </a:r>
            <a:r>
              <a:rPr lang="es-ES" dirty="0" err="1"/>
              <a:t>Oaks</a:t>
            </a:r>
            <a:br>
              <a:rPr lang="es-ES" dirty="0"/>
            </a:br>
            <a:br>
              <a:rPr lang="es-ES" dirty="0"/>
            </a:br>
            <a:r>
              <a:rPr lang="es-ES" dirty="0"/>
              <a:t>¿Qué hago cuando tengo dudas?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C1B764-3F84-0F19-25FE-37990863C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4 claves para fortalecer mi fe</a:t>
            </a:r>
            <a:endParaRPr lang="es-AR" dirty="0"/>
          </a:p>
        </p:txBody>
      </p:sp>
      <p:pic>
        <p:nvPicPr>
          <p:cNvPr id="5" name="Imagen 4" descr="Un hombre con traje y corbata&#10;&#10;El contenido generado por IA puede ser incorrecto.">
            <a:extLst>
              <a:ext uri="{FF2B5EF4-FFF2-40B4-BE49-F238E27FC236}">
                <a16:creationId xmlns:a16="http://schemas.microsoft.com/office/drawing/2014/main" id="{F4EF8D0A-22B1-D777-FD40-6512B1523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521" y="3596239"/>
            <a:ext cx="3116166" cy="26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62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6F557B-1933-1623-C737-43A46DBC3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¿Es malo tener dudas?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C85DF7-AEE5-EC7C-11C9-5E1A52750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Reflexiona y comparte tu opinión.</a:t>
            </a: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EAD37EA-35AD-F20B-28CD-5071E553F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567" y="2273473"/>
            <a:ext cx="2413348" cy="362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688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A8128-ACFE-87FD-80FA-891BA7A29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Realidad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69F6C3-F3AB-D2D4-93CE-9AA9B0A82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• Todos enfrentamos dudas.</a:t>
            </a:r>
          </a:p>
          <a:p>
            <a:r>
              <a:rPr lang="es-ES" dirty="0"/>
              <a:t>• Tener preguntas no es falta de fe.</a:t>
            </a:r>
          </a:p>
          <a:p>
            <a:r>
              <a:rPr lang="es-ES" dirty="0"/>
              <a:t>• Lo importante es cómo respondemos.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33941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AB323-2153-2AC8-5F6D-7663FDB9A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4 Claves para Fortalecer la Fe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C2CD2A-EE51-DDAD-89A2-0109FB128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1. Fortalecer nuestra fe en Él</a:t>
            </a:r>
          </a:p>
          <a:p>
            <a:r>
              <a:rPr lang="es-ES"/>
              <a:t>2. Aumentar nuestra humildad</a:t>
            </a:r>
          </a:p>
          <a:p>
            <a:r>
              <a:rPr lang="es-ES"/>
              <a:t>3. Buscar ayuda de los demás</a:t>
            </a:r>
          </a:p>
          <a:p>
            <a:r>
              <a:rPr lang="es-ES"/>
              <a:t>4. Ser pacientes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53861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B17D40-0ABE-E5C1-BB13-C4301522F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Fortalecer nuestra fe en Él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DEA112-CDB3-8D9F-D52E-84163978F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Alma 32:27</a:t>
            </a:r>
          </a:p>
          <a:p>
            <a:r>
              <a:rPr lang="es-ES" dirty="0"/>
              <a:t>La fe crece cuando la ejercitamos.</a:t>
            </a: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6A12325-1FFE-2B6F-11E8-BF76B261F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137" y="2104218"/>
            <a:ext cx="228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23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144C4-7AAC-0E7C-B8EE-E9B8EF4D0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Aplicación práctica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77FD70-D451-A74E-AA24-140928BBD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• Orar con intención.</a:t>
            </a:r>
          </a:p>
          <a:p>
            <a:r>
              <a:rPr lang="es-ES"/>
              <a:t>• Leer buscando respuestas.</a:t>
            </a:r>
          </a:p>
          <a:p>
            <a:r>
              <a:rPr lang="es-ES"/>
              <a:t>• Actuar según lo que ya sé.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9213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6846C-6753-2761-2FF2-9B257388A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Aumentar nuestra humildad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84FC92-A201-5BA2-544C-C5657CA35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Éter 12:27</a:t>
            </a:r>
          </a:p>
          <a:p>
            <a:r>
              <a:rPr lang="es-ES" dirty="0"/>
              <a:t>La humildad abre la puerta a la revelación.</a:t>
            </a:r>
            <a:endParaRPr lang="es-AR" dirty="0"/>
          </a:p>
        </p:txBody>
      </p:sp>
      <p:pic>
        <p:nvPicPr>
          <p:cNvPr id="5" name="Imagen 4" descr="Imagen digital de fuego&#10;&#10;El contenido generado por IA puede ser incorrecto.">
            <a:extLst>
              <a:ext uri="{FF2B5EF4-FFF2-40B4-BE49-F238E27FC236}">
                <a16:creationId xmlns:a16="http://schemas.microsoft.com/office/drawing/2014/main" id="{82DDA35C-D764-C4F8-8217-FAB3DDB89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486" y="3428716"/>
            <a:ext cx="3753579" cy="217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484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3F6AC-2D30-FCCD-2348-BA6612261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Aplicación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75844B-5B85-5F8D-09A1-18BC55E56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• Admitir que no lo sé todo.</a:t>
            </a:r>
          </a:p>
          <a:p>
            <a:r>
              <a:rPr lang="es-ES"/>
              <a:t>• Estar dispuesto a aprender.</a:t>
            </a:r>
          </a:p>
          <a:p>
            <a:r>
              <a:rPr lang="es-ES"/>
              <a:t>• Aceptar corrección.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16454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C3B45A-EE3C-F80B-50DD-0F8CEDC1B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Buscar ayuda de otros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37F373-2C45-FB3B-A10E-FE0432A0D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DyC</a:t>
            </a:r>
            <a:r>
              <a:rPr lang="es-ES" dirty="0"/>
              <a:t> 88:122</a:t>
            </a:r>
          </a:p>
          <a:p>
            <a:r>
              <a:rPr lang="es-ES" dirty="0"/>
              <a:t>La fe no es un camino solitario.</a:t>
            </a:r>
            <a:endParaRPr lang="es-AR" dirty="0"/>
          </a:p>
        </p:txBody>
      </p:sp>
      <p:pic>
        <p:nvPicPr>
          <p:cNvPr id="4" name="Elementos multimedia en línea 3" title="Aliados Insólitos: La Symbiosis de Lobos y Cuervos  #curiosidades">
            <a:hlinkClick r:id="" action="ppaction://media"/>
            <a:extLst>
              <a:ext uri="{FF2B5EF4-FFF2-40B4-BE49-F238E27FC236}">
                <a16:creationId xmlns:a16="http://schemas.microsoft.com/office/drawing/2014/main" id="{EAD63E02-B81F-1D1E-F409-B610DF921F4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029528" y="2052918"/>
            <a:ext cx="2370641" cy="419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181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B9B733-6A54-C63B-C23B-664CAC18C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Aplicación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EC87E1-21C1-A5F8-E44D-4D8E449A0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/>
              <a:t>• Padres</a:t>
            </a:r>
          </a:p>
          <a:p>
            <a:r>
              <a:rPr lang="es-AR"/>
              <a:t>• Líderes</a:t>
            </a:r>
          </a:p>
          <a:p>
            <a:r>
              <a:rPr lang="es-AR"/>
              <a:t>• Amigos fieles</a:t>
            </a:r>
          </a:p>
        </p:txBody>
      </p:sp>
    </p:spTree>
    <p:extLst>
      <p:ext uri="{BB962C8B-B14F-4D97-AF65-F5344CB8AC3E}">
        <p14:creationId xmlns:p14="http://schemas.microsoft.com/office/powerpoint/2010/main" val="873908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13F74-597B-BAC5-5B4B-67E36C135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Ser pacientes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9A652E-E625-BF4D-673B-704A4C7D6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DyC</a:t>
            </a:r>
            <a:r>
              <a:rPr lang="es-ES" dirty="0"/>
              <a:t> 121:7–8</a:t>
            </a:r>
          </a:p>
          <a:p>
            <a:r>
              <a:rPr lang="es-ES" dirty="0"/>
              <a:t>Dios responde en Su tiempo.</a:t>
            </a:r>
            <a:endParaRPr lang="es-AR" dirty="0"/>
          </a:p>
        </p:txBody>
      </p:sp>
      <p:pic>
        <p:nvPicPr>
          <p:cNvPr id="5" name="Imagen 4" descr="Hombre sentado en una banca de madera&#10;&#10;El contenido generado por IA puede ser incorrecto.">
            <a:extLst>
              <a:ext uri="{FF2B5EF4-FFF2-40B4-BE49-F238E27FC236}">
                <a16:creationId xmlns:a16="http://schemas.microsoft.com/office/drawing/2014/main" id="{FA8EB6F5-3B3C-682F-5707-D54EC7E2F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691" y="3429000"/>
            <a:ext cx="4564167" cy="254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90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CF606-0E88-1D5A-BE55-5DB072905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Aplicación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43C47E-24FC-9F61-4CBD-E19BADE0C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/>
              <a:t>• Confiar.</a:t>
            </a:r>
          </a:p>
          <a:p>
            <a:r>
              <a:rPr lang="es-AR"/>
              <a:t>• Seguir actuando.</a:t>
            </a:r>
          </a:p>
          <a:p>
            <a:r>
              <a:rPr lang="es-AR"/>
              <a:t>• No rendirse.</a:t>
            </a:r>
          </a:p>
        </p:txBody>
      </p:sp>
    </p:spTree>
    <p:extLst>
      <p:ext uri="{BB962C8B-B14F-4D97-AF65-F5344CB8AC3E}">
        <p14:creationId xmlns:p14="http://schemas.microsoft.com/office/powerpoint/2010/main" val="2445425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FE718-C258-2741-3165-E975652C2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El Proceso Completo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359E54-0A87-3EA6-A87B-D67181668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1. Actúa con fe</a:t>
            </a:r>
          </a:p>
          <a:p>
            <a:r>
              <a:rPr lang="es-ES"/>
              <a:t>2. Humíllate</a:t>
            </a:r>
          </a:p>
          <a:p>
            <a:r>
              <a:rPr lang="es-ES"/>
              <a:t>3. Busca apoyo</a:t>
            </a:r>
          </a:p>
          <a:p>
            <a:r>
              <a:rPr lang="es-ES"/>
              <a:t>4. Espera con paciencia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21810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1C94DA-ED50-13F1-16FE-9A36177F3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Compromiso Personal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BC8B9A-F0BA-F637-4D66-D2CF33BAD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Cuando tenga dudas, voy a...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40374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EB3893-A8DB-FCF7-E281-92E9B9177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Cierre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3D1D46-32CA-72E5-8266-EB62B37A1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Las dudas no son el final de tu fe.</a:t>
            </a:r>
          </a:p>
          <a:p>
            <a:r>
              <a:rPr lang="es-ES"/>
              <a:t>Pueden ser el comienzo de una fe más fuerte.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42499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se de lunes 1" id="{350D937B-60EA-4CE4-9769-4AADA4C2AFE0}" vid="{4D270B92-13A7-47D7-8F3C-70FBCFD317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Words>250</Words>
  <Application>Microsoft Office PowerPoint</Application>
  <PresentationFormat>Panorámica</PresentationFormat>
  <Paragraphs>55</Paragraphs>
  <Slides>15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Century Gothic</vt:lpstr>
      <vt:lpstr>Wingdings 3</vt:lpstr>
      <vt:lpstr>Ion</vt:lpstr>
      <vt:lpstr> Devocional de BYU con el presidente Dallin H. Oaks  ¿Qué hago cuando tengo dudas?</vt:lpstr>
      <vt:lpstr>¿Es malo tener dudas?</vt:lpstr>
      <vt:lpstr>Realidad</vt:lpstr>
      <vt:lpstr>4 Claves para Fortalecer la Fe</vt:lpstr>
      <vt:lpstr>Fortalecer nuestra fe en Él</vt:lpstr>
      <vt:lpstr>Aplicación práctica</vt:lpstr>
      <vt:lpstr>Aumentar nuestra humildad</vt:lpstr>
      <vt:lpstr>Aplicación</vt:lpstr>
      <vt:lpstr>Buscar ayuda de otros</vt:lpstr>
      <vt:lpstr>Aplicación</vt:lpstr>
      <vt:lpstr>Ser pacientes</vt:lpstr>
      <vt:lpstr>Aplicación</vt:lpstr>
      <vt:lpstr>El Proceso Completo</vt:lpstr>
      <vt:lpstr>Compromiso Personal</vt:lpstr>
      <vt:lpstr>Cierre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angel aponte</dc:creator>
  <cp:lastModifiedBy>jose angel aponte</cp:lastModifiedBy>
  <cp:revision>3</cp:revision>
  <dcterms:created xsi:type="dcterms:W3CDTF">2026-02-28T17:19:59Z</dcterms:created>
  <dcterms:modified xsi:type="dcterms:W3CDTF">2026-02-28T18:37:31Z</dcterms:modified>
</cp:coreProperties>
</file>