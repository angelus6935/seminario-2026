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Poppins Light" panose="00000400000000000000" pitchFamily="2" charset="0"/>
      <p:regular r:id="rId13"/>
    </p:embeddedFont>
    <p:embeddedFont>
      <p:font typeface="Roboto Light" panose="02000000000000000000" pitchFamily="2" charset="0"/>
      <p:regular r:id="rId14"/>
    </p:embeddedFont>
  </p:embeddedFontLst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426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7932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194595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Naruto encuentra a un verdadero maestro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703677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En un momento crucial de su vida, Naruto conoce a Jiraiya. Un mentor que ve su potencial cuando nadie más lo ve. Alguien que no solo le enseña técnicas, sino que se convierte en su guía, su maestro y una figura paterna que cambia su destino para siempre.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1133951" y="5665589"/>
            <a:ext cx="72162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"Todos necesitamos a alguien que nos enseñe, nos corrija y nos inspire."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793790" y="5410438"/>
            <a:ext cx="30480" cy="873204"/>
          </a:xfrm>
          <a:prstGeom prst="rect">
            <a:avLst/>
          </a:prstGeom>
          <a:solidFill>
            <a:srgbClr val="F2F2F3"/>
          </a:solidFill>
          <a:ln/>
        </p:spPr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492A411-44C2-3C80-FD2E-E33FED8F1F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1107" y="136994"/>
            <a:ext cx="5122054" cy="762477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3787" y="641271"/>
            <a:ext cx="9941362" cy="690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¿Por qué Jiraiya era tan importante?</a:t>
            </a:r>
            <a:endParaRPr lang="en-US" sz="4350" dirty="0"/>
          </a:p>
        </p:txBody>
      </p:sp>
      <p:sp>
        <p:nvSpPr>
          <p:cNvPr id="3" name="Shape 1"/>
          <p:cNvSpPr/>
          <p:nvPr/>
        </p:nvSpPr>
        <p:spPr>
          <a:xfrm>
            <a:off x="773787" y="1763078"/>
            <a:ext cx="6433661" cy="2509004"/>
          </a:xfrm>
          <a:prstGeom prst="roundRect">
            <a:avLst>
              <a:gd name="adj" fmla="val 3701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2387" y="1991678"/>
            <a:ext cx="663178" cy="663178"/>
          </a:xfrm>
          <a:prstGeom prst="roundRect">
            <a:avLst>
              <a:gd name="adj" fmla="val 13786775"/>
            </a:avLst>
          </a:prstGeom>
          <a:solidFill>
            <a:srgbClr val="F2F2F3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4791" y="2173962"/>
            <a:ext cx="298371" cy="29837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2387" y="2870359"/>
            <a:ext cx="3521393" cy="345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Enseñó técnicas y valores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1002387" y="3345061"/>
            <a:ext cx="5976461" cy="698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Le mostró que el poder viene del corazón, no solo de las habilidades.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422952" y="1763078"/>
            <a:ext cx="6433661" cy="2509004"/>
          </a:xfrm>
          <a:prstGeom prst="roundRect">
            <a:avLst>
              <a:gd name="adj" fmla="val 3701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51552" y="1991678"/>
            <a:ext cx="663178" cy="663178"/>
          </a:xfrm>
          <a:prstGeom prst="roundRect">
            <a:avLst>
              <a:gd name="adj" fmla="val 13786775"/>
            </a:avLst>
          </a:prstGeom>
          <a:solidFill>
            <a:srgbClr val="F2F2F3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33955" y="2173962"/>
            <a:ext cx="298371" cy="29837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51552" y="2870359"/>
            <a:ext cx="2763679" cy="345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Dio dirección</a:t>
            </a:r>
            <a:endParaRPr lang="en-US" sz="2150" dirty="0"/>
          </a:p>
        </p:txBody>
      </p:sp>
      <p:sp>
        <p:nvSpPr>
          <p:cNvPr id="12" name="Text 8"/>
          <p:cNvSpPr/>
          <p:nvPr/>
        </p:nvSpPr>
        <p:spPr>
          <a:xfrm>
            <a:off x="7651552" y="3345061"/>
            <a:ext cx="5976461" cy="698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Cuando Naruto estaba perdido, Jiraiya le mostró el camino correcto.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773787" y="4487585"/>
            <a:ext cx="6433661" cy="2509004"/>
          </a:xfrm>
          <a:prstGeom prst="roundRect">
            <a:avLst>
              <a:gd name="adj" fmla="val 3701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002387" y="4716185"/>
            <a:ext cx="663178" cy="663178"/>
          </a:xfrm>
          <a:prstGeom prst="roundRect">
            <a:avLst>
              <a:gd name="adj" fmla="val 13786775"/>
            </a:avLst>
          </a:prstGeom>
          <a:solidFill>
            <a:srgbClr val="F2F2F3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84791" y="4898469"/>
            <a:ext cx="298371" cy="29837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02387" y="5594866"/>
            <a:ext cx="2819162" cy="345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Le enseñó resiliencia</a:t>
            </a:r>
            <a:endParaRPr lang="en-US" sz="2150" dirty="0"/>
          </a:p>
        </p:txBody>
      </p:sp>
      <p:sp>
        <p:nvSpPr>
          <p:cNvPr id="17" name="Text 12"/>
          <p:cNvSpPr/>
          <p:nvPr/>
        </p:nvSpPr>
        <p:spPr>
          <a:xfrm>
            <a:off x="1002387" y="6069568"/>
            <a:ext cx="5976461" cy="698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Le mostró cómo enfrentar el dolor y seguir adelante con valentía.</a:t>
            </a:r>
            <a:endParaRPr lang="en-US" sz="1700" dirty="0"/>
          </a:p>
        </p:txBody>
      </p:sp>
      <p:sp>
        <p:nvSpPr>
          <p:cNvPr id="18" name="Shape 13"/>
          <p:cNvSpPr/>
          <p:nvPr/>
        </p:nvSpPr>
        <p:spPr>
          <a:xfrm>
            <a:off x="7422952" y="4487585"/>
            <a:ext cx="6433661" cy="2509004"/>
          </a:xfrm>
          <a:prstGeom prst="roundRect">
            <a:avLst>
              <a:gd name="adj" fmla="val 3701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651552" y="4716185"/>
            <a:ext cx="663178" cy="663178"/>
          </a:xfrm>
          <a:prstGeom prst="roundRect">
            <a:avLst>
              <a:gd name="adj" fmla="val 13786775"/>
            </a:avLst>
          </a:prstGeom>
          <a:solidFill>
            <a:srgbClr val="F2F2F3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33955" y="4898469"/>
            <a:ext cx="298371" cy="29837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51552" y="5594866"/>
            <a:ext cx="2763679" cy="345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Reveló su potencial</a:t>
            </a:r>
            <a:endParaRPr lang="en-US" sz="2150" dirty="0"/>
          </a:p>
        </p:txBody>
      </p:sp>
      <p:sp>
        <p:nvSpPr>
          <p:cNvPr id="22" name="Text 16"/>
          <p:cNvSpPr/>
          <p:nvPr/>
        </p:nvSpPr>
        <p:spPr>
          <a:xfrm>
            <a:off x="7651552" y="6069568"/>
            <a:ext cx="5976461" cy="34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Le hizo ver quién realmente podía llegar a ser.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73787" y="7239000"/>
            <a:ext cx="13082826" cy="34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"Jiraiya no solo entrenó a Naruto; lo preparó para su misión."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1364813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Así como Naruto… nosotros también necesitamos guía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831312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En la vida real, todos enfrentamos desafíos, dudas y decisiones difíciles. Y al igual que Naruto, no estamos destinados a hacerlo solos. Dios pone personas especiales en nuestro camino para guiarnos, inspirarnos y ayudarnos a crecer.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5538073"/>
            <a:ext cx="7556421" cy="1326713"/>
          </a:xfrm>
          <a:prstGeom prst="roundRect">
            <a:avLst>
              <a:gd name="adj" fmla="val 7181"/>
            </a:avLst>
          </a:prstGeom>
          <a:solidFill>
            <a:srgbClr val="252528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7004" y="5882164"/>
            <a:ext cx="283488" cy="22681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017306" y="5821561"/>
            <a:ext cx="65924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Pregunta para reflexionar:</a:t>
            </a:r>
            <a:r>
              <a:rPr lang="en-US" sz="17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¿Quién ha sido un "Jiraiya" en tu vida? ¿Quién te ha enseñado, corregido e inspirado?</a:t>
            </a:r>
            <a:endParaRPr lang="en-US" sz="175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5E707989-B950-6E76-B61D-DFBBF2A453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99" y="276446"/>
            <a:ext cx="4883959" cy="732593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81532"/>
            <a:ext cx="1287375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¿Quiénes nos brindan consejo en la vida real?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0" y="2943939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4253" y="29439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Padres y familiares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644253" y="3434358"/>
            <a:ext cx="552914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Aquellos que nos conocen desde siempre y nos guían con amor y experiencia.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6884" y="2943939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307348" y="29439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Maestros y líderes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8307348" y="3434358"/>
            <a:ext cx="55292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Personas formadas que comparten conocimiento y sabiduría para nuestra educación.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3790" y="4613791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44253" y="461379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Amigos fieles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644253" y="5104209"/>
            <a:ext cx="552914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Compañeros que nos acompañan en el camino y nos dicen la verdad con cariño.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6884" y="4613791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307348" y="4613791"/>
            <a:ext cx="297965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Mentores espirituales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8307348" y="5104209"/>
            <a:ext cx="55292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Líderes que ven nuestro potencial y nos ayudan a desarrollarlo.</a:t>
            </a:r>
            <a:endParaRPr lang="en-US" sz="1750" dirty="0"/>
          </a:p>
        </p:txBody>
      </p:sp>
      <p:sp>
        <p:nvSpPr>
          <p:cNvPr id="15" name="Text 9"/>
          <p:cNvSpPr/>
          <p:nvPr/>
        </p:nvSpPr>
        <p:spPr>
          <a:xfrm>
            <a:off x="793790" y="608516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2F2F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"La guía correcta puede cambiar nuestro rumbo."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102977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El Señor también nos guía por medio de Sus siervos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142536"/>
            <a:ext cx="3664744" cy="30480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5" name="Text 2"/>
          <p:cNvSpPr/>
          <p:nvPr/>
        </p:nvSpPr>
        <p:spPr>
          <a:xfrm>
            <a:off x="793790" y="3316843"/>
            <a:ext cx="366474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Dios siempre ha usado mensajeros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4161592"/>
            <a:ext cx="366474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Desde los tiempos antiguos, Él ha enviado profetas y siervos para comunicar Su voluntad.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348" y="3142536"/>
            <a:ext cx="3664863" cy="30480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8" name="Text 5"/>
          <p:cNvSpPr/>
          <p:nvPr/>
        </p:nvSpPr>
        <p:spPr>
          <a:xfrm>
            <a:off x="4685348" y="33168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No estamos solos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685348" y="3807262"/>
            <a:ext cx="366486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En nuestra carrera espiritual, tenemos apoyo divino a través de personas inspiradas.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6002179"/>
            <a:ext cx="7556421" cy="30480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11" name="Text 8"/>
          <p:cNvSpPr/>
          <p:nvPr/>
        </p:nvSpPr>
        <p:spPr>
          <a:xfrm>
            <a:off x="793790" y="6176486"/>
            <a:ext cx="354818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Él nos habla con claridad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93790" y="666690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Sus mensajes son amorosos, directos y adaptados a nuestras necesidades.</a:t>
            </a:r>
            <a:endParaRPr lang="en-US" sz="175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A428CBDB-CE63-1CF1-F5A2-E2D78D7CE2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1920" y="2491834"/>
            <a:ext cx="5579345" cy="37195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14256"/>
            <a:ext cx="889027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Escrituras: Cómo habla el Señor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018348"/>
            <a:ext cx="8284131" cy="46236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8943" y="2140267"/>
            <a:ext cx="393156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Versículos que nos enseñan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638943" y="2721412"/>
            <a:ext cx="4205168" cy="394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2 Crónicas 36:15 - El Señor envió mensajeros una y otra vez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Jeremías 7:25 - Dios habló por medio de Sus siervos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Amós 3:7 - El Señor hace revelar Su consejo a Sus siervos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DyC 1:38 - Los profetas son mensajeros del Señor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DyC 21:4-6 - Los siervos del Señor tienen autoridad divina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715232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highlight>
                  <a:srgbClr val="F2F2F3"/>
                </a:highlight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"Dios envía mensajes a Su pueblo por medio de Sus siervos."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16280" y="1175266"/>
            <a:ext cx="7711440" cy="1918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La conferencia general: Un momento para escuchar al Señor</a:t>
            </a:r>
            <a:endParaRPr lang="en-US" sz="40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80" y="3370659"/>
            <a:ext cx="1023223" cy="122789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924050" y="3575209"/>
            <a:ext cx="6134100" cy="319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Los profetas y apóstoles comparten Su voluntad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1924050" y="4005739"/>
            <a:ext cx="6503670" cy="311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El Señor comunica Su mensaje a través de Sus siervos ungidos.</a:t>
            </a:r>
            <a:endParaRPr lang="en-US" sz="16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280" y="4598551"/>
            <a:ext cx="1023223" cy="122789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924050" y="4803100"/>
            <a:ext cx="5839778" cy="319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Es una oportunidad para recibir guía personal</a:t>
            </a:r>
            <a:endParaRPr lang="en-US" sz="2000" dirty="0"/>
          </a:p>
        </p:txBody>
      </p:sp>
      <p:sp>
        <p:nvSpPr>
          <p:cNvPr id="9" name="Text 4"/>
          <p:cNvSpPr/>
          <p:nvPr/>
        </p:nvSpPr>
        <p:spPr>
          <a:xfrm>
            <a:off x="1924050" y="5233630"/>
            <a:ext cx="6503670" cy="311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Los mensajes son específicos para nuestras necesidades actuales.</a:t>
            </a:r>
            <a:endParaRPr lang="en-US" sz="16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280" y="5826443"/>
            <a:ext cx="1023223" cy="122789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924050" y="6030992"/>
            <a:ext cx="3506391" cy="319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El Señor conoce y responde</a:t>
            </a:r>
            <a:endParaRPr lang="en-US" sz="2000" dirty="0"/>
          </a:p>
        </p:txBody>
      </p:sp>
      <p:sp>
        <p:nvSpPr>
          <p:cNvPr id="12" name="Text 6"/>
          <p:cNvSpPr/>
          <p:nvPr/>
        </p:nvSpPr>
        <p:spPr>
          <a:xfrm>
            <a:off x="1924050" y="6461522"/>
            <a:ext cx="6503670" cy="311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Él sabe qué necesitamos y nos da dirección clara y amorosa.</a:t>
            </a:r>
            <a:endParaRPr lang="en-US" sz="160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B04A6C08-F140-0E10-7C31-5FD9F39DB9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7412" y="1041797"/>
            <a:ext cx="4846708" cy="538662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27445" y="700683"/>
            <a:ext cx="6650950" cy="661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La voz del élder Andersen</a:t>
            </a:r>
            <a:endParaRPr lang="en-US" sz="4150" dirty="0"/>
          </a:p>
        </p:txBody>
      </p:sp>
      <p:sp>
        <p:nvSpPr>
          <p:cNvPr id="4" name="Text 1"/>
          <p:cNvSpPr/>
          <p:nvPr/>
        </p:nvSpPr>
        <p:spPr>
          <a:xfrm>
            <a:off x="6544985" y="1880949"/>
            <a:ext cx="7344370" cy="1309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"Les testifico que Jesús es el Cristo, que Él guía los asuntos de esta obra sagrada y que la conferencia general es uno de los momentos sumamente importantes en los que Él da dirección a Su Iglesia y a nosotros en forma personal."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6544985" y="3412927"/>
            <a:ext cx="7344370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— Élder Neil L. Andersen, Cuórum de los Doce Apóstoles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6227445" y="1658660"/>
            <a:ext cx="22860" cy="2303978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7" name="Shape 4"/>
          <p:cNvSpPr/>
          <p:nvPr/>
        </p:nvSpPr>
        <p:spPr>
          <a:xfrm>
            <a:off x="6227445" y="4184928"/>
            <a:ext cx="3732133" cy="1900595"/>
          </a:xfrm>
          <a:prstGeom prst="roundRect">
            <a:avLst>
              <a:gd name="adj" fmla="val 4679"/>
            </a:avLst>
          </a:prstGeom>
          <a:solidFill>
            <a:srgbClr val="050505"/>
          </a:solidFill>
          <a:ln w="22860">
            <a:solidFill>
              <a:srgbClr val="56565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61998" y="4419481"/>
            <a:ext cx="2693789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Jesús guía Su Iglesia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6461998" y="4868704"/>
            <a:ext cx="3263027" cy="982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El Salvador está activamente involucrado en los asuntos de Su pueblo.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10157103" y="4184928"/>
            <a:ext cx="3732252" cy="1900595"/>
          </a:xfrm>
          <a:prstGeom prst="roundRect">
            <a:avLst>
              <a:gd name="adj" fmla="val 4679"/>
            </a:avLst>
          </a:prstGeom>
          <a:solidFill>
            <a:srgbClr val="050505"/>
          </a:solidFill>
          <a:ln w="22860">
            <a:solidFill>
              <a:srgbClr val="56565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391656" y="4419481"/>
            <a:ext cx="2646640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Momento sagrado</a:t>
            </a:r>
            <a:endParaRPr lang="en-US" sz="2050" dirty="0"/>
          </a:p>
        </p:txBody>
      </p:sp>
      <p:sp>
        <p:nvSpPr>
          <p:cNvPr id="12" name="Text 9"/>
          <p:cNvSpPr/>
          <p:nvPr/>
        </p:nvSpPr>
        <p:spPr>
          <a:xfrm>
            <a:off x="10391656" y="4868704"/>
            <a:ext cx="3263146" cy="982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La conferencia general es un tiempo especial para recibir revelación.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6227445" y="6283047"/>
            <a:ext cx="7661910" cy="1245751"/>
          </a:xfrm>
          <a:prstGeom prst="roundRect">
            <a:avLst>
              <a:gd name="adj" fmla="val 7138"/>
            </a:avLst>
          </a:prstGeom>
          <a:solidFill>
            <a:srgbClr val="050505"/>
          </a:solidFill>
          <a:ln w="22860">
            <a:solidFill>
              <a:srgbClr val="56565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61998" y="6517600"/>
            <a:ext cx="2646640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Mensajes para hoy</a:t>
            </a:r>
            <a:endParaRPr lang="en-US" sz="2050" dirty="0"/>
          </a:p>
        </p:txBody>
      </p:sp>
      <p:sp>
        <p:nvSpPr>
          <p:cNvPr id="15" name="Text 12"/>
          <p:cNvSpPr/>
          <p:nvPr/>
        </p:nvSpPr>
        <p:spPr>
          <a:xfrm>
            <a:off x="6461998" y="6966823"/>
            <a:ext cx="7192804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Las enseñanzas son relevantes para ahora y los próximos meses.</a:t>
            </a:r>
            <a:endParaRPr lang="en-US" sz="165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7246738E-E662-077B-5DDC-DFC75140EF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887" y="242688"/>
            <a:ext cx="5256320" cy="7884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157198" y="1352788"/>
            <a:ext cx="7802404" cy="11980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¿Cómo me preparo para escuchar al Señor?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6157198" y="2793683"/>
            <a:ext cx="431244" cy="431244"/>
          </a:xfrm>
          <a:prstGeom prst="roundRect">
            <a:avLst>
              <a:gd name="adj" fmla="val 18669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750368" y="2859524"/>
            <a:ext cx="2426970" cy="299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¿Qué espero recibir?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750368" y="3256121"/>
            <a:ext cx="7209234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Reflexiona sobre las áreas de tu vida donde necesitas orientación y claridad.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57198" y="3862983"/>
            <a:ext cx="431244" cy="431244"/>
          </a:xfrm>
          <a:prstGeom prst="roundRect">
            <a:avLst>
              <a:gd name="adj" fmla="val 18669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50368" y="3928824"/>
            <a:ext cx="2639020" cy="299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¿Qué preguntas llevo?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6750368" y="4325422"/>
            <a:ext cx="7209234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Identifica tus dudas y desafíos específicos que quieres que el Señor responda.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157198" y="4932283"/>
            <a:ext cx="431244" cy="431244"/>
          </a:xfrm>
          <a:prstGeom prst="roundRect">
            <a:avLst>
              <a:gd name="adj" fmla="val 18669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50368" y="4998125"/>
            <a:ext cx="2894767" cy="299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¿Qué necesito cambiar?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6750368" y="5394722"/>
            <a:ext cx="7209234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Considera qué actitudes o acciones te impiden estar más receptivo a Su voz.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157198" y="5859780"/>
            <a:ext cx="7802404" cy="1017032"/>
          </a:xfrm>
          <a:prstGeom prst="roundRect">
            <a:avLst>
              <a:gd name="adj" fmla="val 7916"/>
            </a:avLst>
          </a:prstGeom>
          <a:solidFill>
            <a:srgbClr val="252528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8770" y="6137315"/>
            <a:ext cx="239554" cy="1915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779895" y="6069568"/>
            <a:ext cx="6988135" cy="565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Actividad práctica:</a:t>
            </a:r>
            <a:r>
              <a:rPr lang="en-US" sz="150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Escribe una meta personal específica para la próxima conferencia general. ¿Qué quieres lograr? ¿Cómo aplicarás las enseñanzas?</a:t>
            </a:r>
            <a:endParaRPr lang="en-US" sz="1500" dirty="0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E3D36864-68ED-99F7-A6BA-433ECE46D0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161" y="120580"/>
            <a:ext cx="5325626" cy="798843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32079" y="725106"/>
            <a:ext cx="7918131" cy="1976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s-ES" sz="32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Cuando elegimos escuchar al Señor en la conferencia, no solo oímos palabras… recibimos dirección para cambiar nuestra vida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786170" y="3782919"/>
            <a:ext cx="3664744" cy="1685092"/>
          </a:xfrm>
          <a:prstGeom prst="roundRect">
            <a:avLst>
              <a:gd name="adj" fmla="val 5654"/>
            </a:avLst>
          </a:prstGeom>
          <a:solidFill>
            <a:srgbClr val="F2F2F3"/>
          </a:solidFill>
          <a:ln w="7620">
            <a:solidFill>
              <a:srgbClr val="D8D8D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8224" y="35365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>
              <a:solidFill>
                <a:srgbClr val="000000"/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marL="0" indent="0" algn="l">
              <a:lnSpc>
                <a:spcPts val="2750"/>
              </a:lnSpc>
              <a:buNone/>
            </a:pPr>
            <a:endParaRPr lang="en-US" sz="2200" dirty="0">
              <a:solidFill>
                <a:srgbClr val="000000"/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El Señor te conoce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78528" y="4544169"/>
            <a:ext cx="31958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Sabe quién eres, tus necesidades y tu potencial.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71298" y="3782919"/>
            <a:ext cx="3664863" cy="1685092"/>
          </a:xfrm>
          <a:prstGeom prst="roundRect">
            <a:avLst>
              <a:gd name="adj" fmla="val 5654"/>
            </a:avLst>
          </a:prstGeom>
          <a:solidFill>
            <a:srgbClr val="F2F2F3"/>
          </a:solidFill>
          <a:ln w="7620">
            <a:solidFill>
              <a:srgbClr val="D8D8D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19782" y="385997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El Señor te ama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19782" y="4411208"/>
            <a:ext cx="31959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Su amor por ti es perfecto, incondicional y eterno.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664918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2F2F3"/>
          </a:solidFill>
          <a:ln w="7620">
            <a:solidFill>
              <a:srgbClr val="D8D8D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8224" y="55683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>
              <a:solidFill>
                <a:srgbClr val="000000"/>
              </a:solidFill>
              <a:latin typeface="Poppins Light" pitchFamily="34" charset="0"/>
              <a:ea typeface="Poppins Light" pitchFamily="34" charset="-122"/>
              <a:cs typeface="Poppins Light" pitchFamily="34" charset="-120"/>
            </a:endParaRPr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El Señor te hablará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8224" y="6058733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>
              <a:solidFill>
                <a:srgbClr val="000000"/>
              </a:solidFill>
              <a:latin typeface="Roboto Light" pitchFamily="34" charset="0"/>
              <a:ea typeface="Roboto Light" pitchFamily="34" charset="-122"/>
              <a:cs typeface="Roboto Light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Cuando te prepares y estés receptivo, escucharás Su voz.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907137" y="714159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"Prepararte para escucharlo cambiará tu vida."</a:t>
            </a:r>
            <a:endParaRPr lang="en-US" sz="175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696B657B-5B9F-156E-EC3A-48C912377D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9664" y="150931"/>
            <a:ext cx="4842651" cy="72639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795</Words>
  <Application>Microsoft Office PowerPoint</Application>
  <PresentationFormat>Personalizado</PresentationFormat>
  <Paragraphs>87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Roboto Light</vt:lpstr>
      <vt:lpstr>Arial</vt:lpstr>
      <vt:lpstr>Poppins Light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jose angel aponte</cp:lastModifiedBy>
  <cp:revision>2</cp:revision>
  <dcterms:created xsi:type="dcterms:W3CDTF">2026-03-27T20:10:39Z</dcterms:created>
  <dcterms:modified xsi:type="dcterms:W3CDTF">2026-03-27T20:52:34Z</dcterms:modified>
</cp:coreProperties>
</file>